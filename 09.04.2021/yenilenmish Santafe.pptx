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-792" y="-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C36718-1AE6-44C7-B126-9BCCE1C3C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DCC4B98-34E3-4E4E-B7C8-2B9DFD268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203C378-8627-4B2D-A0A4-393A8408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EC568BA-5A1F-4E4C-A28D-230DCECA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AEDE6A6-0DB6-42DA-AC93-1A9A0266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7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DA0E12-43BF-4030-8A52-A227D9706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9C1784-A9EE-4F39-B013-48F5D659D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30E77D4-180A-415C-AE90-EB90CDAA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E57ACC9-7CBE-44D4-9302-587BE13D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BB426D2-AE27-45B5-B29F-09FA1FAD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6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889E5F-CD41-4A38-9B12-DBEB3232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051C557-CD11-452C-85B4-255CE322D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E0C7C94-A480-470C-A7D5-16CEC1B0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5386F54-6626-4479-9455-C4811196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C8AB1D2-25BF-4321-8518-342E83D4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4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A07A28-964C-4D76-B9A3-C0CA1CD3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C565C8B-B1C0-482C-AD3C-BB5F23471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C4D3857-4E9A-496F-B831-16F7E96C6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CCC9E79-9B1C-40C1-B243-9D57BA2C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EE29F7B-F1AF-45D4-B0F9-FE250F99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519124B-4E2A-4AA8-B7A6-75078D72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5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F6C8C-B9A8-4632-88A8-261015828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211C03C-C840-4BC8-9292-F9641D6C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00FAFCC-8166-4D3C-A8B2-29B9CF860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017AB90-C0D1-4AB8-A9E2-6026D971D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77D607CE-EEF4-44B3-9DAE-D23154875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B60D21A-578B-4AA4-84CF-59D4DB44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C47B400-CAD0-4717-A84A-8AAD5ADF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227C71B-2EB7-4929-813A-4955ADE8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0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35DA84-901A-47CD-9C4B-0A8859B2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8A28627-0665-4977-B363-FD275E15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C41BBA6-4C32-4818-9E8A-E0C85822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9FD1829-6EEC-401F-AE42-C523D4F9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6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5AF3294-CD62-4C96-AD3D-221E1741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750ADBD-9571-45A2-A0F6-42F42B7E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2982D9C-3CBE-486E-9107-0C42FA02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8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41F42C-FE5F-4E1B-9532-25235D300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62CB58-4FAC-4BD5-964F-8B0D0F3F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CBB6ECA-AE31-4E1D-975C-ADDCBBA38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DD48EA0-28AF-48ED-B063-625E8D12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D223C8-BF09-494E-A725-F1D06420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B1ACF5B-22F1-4A61-A125-DD2C901F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03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9F6D16-E64B-4826-86AF-2156C516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C93DB04-F2DD-4AD8-BF3E-F976E4111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6FF9E2-9A2C-4FAC-81DC-D838A28AF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34740B2-886A-4BDC-B0B3-6AB3557A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78A0964-2361-4829-8715-C91A5370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12F0760-ADE3-40A1-9391-4E092EA2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5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E482EE-683E-4793-A146-1822F9AD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73D16D4-D525-46A3-BE01-7F65FC4FD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41E3C1-73DA-408D-9593-20F1514C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8352BF-2EA7-4E9E-81BF-0B81725A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2BC0500-7658-49BF-8204-5BBEA6E9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7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7FCE8A2-B4EF-4777-AE3E-0767F8BA0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5C5E836-1561-481B-9859-2A3F43D3B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BDA81D-1DB6-4635-9F35-917C0A6E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3B5037C-292A-4B2F-B7A3-CC956620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4E57C28-130B-42C7-A2F8-5F747DB1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1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B2A5B9A-F4B9-4C38-A947-6EDD6289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230F9D3-5278-4F9A-B27C-345B3760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8D8CAFF-31E1-4B1B-9D3D-439BC34D2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5A8F1-009D-45D0-A22E-24AD282C343F}" type="datetimeFigureOut">
              <a:rPr lang="en-US" smtClean="0"/>
              <a:t>4/8/21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02A4B4-7F1F-4000-802A-54954285B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581E23F-02C1-4C6F-942C-51F9BE41B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290C4-0124-45BC-9DA7-AE4779675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3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E897C3-A5C8-4788-9A31-3D19A6DC90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z-Latn-AZ" b="1" dirty="0" smtClean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Yenilənmiş SANTA FE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670C96F-F226-4ED0-B0BD-3C386CE95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z-Latn-AZ" dirty="0" smtClean="0">
                <a:solidFill>
                  <a:schemeClr val="accent1">
                    <a:lumMod val="75000"/>
                  </a:schemeClr>
                </a:solidFill>
              </a:rPr>
              <a:t>2021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952DF7DB-C810-45C3-B50C-ABE9AC9F3D0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1815" y="456581"/>
            <a:ext cx="1212850" cy="558800"/>
            <a:chOff x="0" y="0"/>
            <a:chExt cx="126" cy="60"/>
          </a:xfrm>
        </p:grpSpPr>
        <p:sp>
          <p:nvSpPr>
            <p:cNvPr id="5" name="AutoShape 3">
              <a:extLst>
                <a:ext uri="{FF2B5EF4-FFF2-40B4-BE49-F238E27FC236}">
                  <a16:creationId xmlns="" xmlns:a16="http://schemas.microsoft.com/office/drawing/2014/main" id="{9218A67C-BABC-43D0-8DD0-FB89296353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="" xmlns:a16="http://schemas.microsoft.com/office/drawing/2014/main" id="{5F2B78AF-0C46-49CE-8AD9-E434E5658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="" xmlns:a16="http://schemas.microsoft.com/office/drawing/2014/main" id="{D414B58E-0D42-45E7-BB51-3492D32E3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F6331CE4-2ABD-48E0-9C62-C6DA329D44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="" xmlns:a16="http://schemas.microsoft.com/office/drawing/2014/main" id="{527B5E4B-0352-4703-899A-0DDB4EA17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="" xmlns:a16="http://schemas.microsoft.com/office/drawing/2014/main" id="{06099D86-1FD3-44B6-B43D-052F36AA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="" xmlns:a16="http://schemas.microsoft.com/office/drawing/2014/main" id="{6A56D5FF-780D-4A1A-9C26-81CE2BA1F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="" xmlns:a16="http://schemas.microsoft.com/office/drawing/2014/main" id="{6270A9F2-0DAE-4C6D-9C68-42B2881EB8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EA459F6E-B506-4E5A-9100-370158375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="" xmlns:a16="http://schemas.microsoft.com/office/drawing/2014/main" id="{D484C530-D754-4ABB-ACDB-58684DDF9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3B911554-210E-4BE8-8B6A-A9F639E90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B9B9AD55-F35D-4AB0-81E0-F59946755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E14F94BD-C5E1-4505-89EE-C57960AB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="" xmlns:a16="http://schemas.microsoft.com/office/drawing/2014/main" id="{9881D7AE-9156-4070-BCB0-C38C3A956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="" xmlns:a16="http://schemas.microsoft.com/office/drawing/2014/main" id="{3118D7D5-4B37-4EB9-9D48-F02AF9279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="" xmlns:a16="http://schemas.microsoft.com/office/drawing/2014/main" id="{83864F20-13C3-4B3F-8003-4032AABC4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97B04461-46C7-4B39-A098-9A5D891F0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="" xmlns:a16="http://schemas.microsoft.com/office/drawing/2014/main" id="{8EB59969-FC4F-46B1-8962-7D5C10FC21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="" xmlns:a16="http://schemas.microsoft.com/office/drawing/2014/main" id="{83D19EBB-69D6-4F49-A662-25A165824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="" xmlns:a16="http://schemas.microsoft.com/office/drawing/2014/main" id="{3A784B8F-A5C5-48F1-B68D-16CD6D3B4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="" xmlns:a16="http://schemas.microsoft.com/office/drawing/2014/main" id="{24940D31-3C71-4728-B39A-0D8D4A935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="" xmlns:a16="http://schemas.microsoft.com/office/drawing/2014/main" id="{D0B554A7-DBBB-49AE-8EE1-164230146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="" xmlns:a16="http://schemas.microsoft.com/office/drawing/2014/main" id="{0A6B2020-0C2B-4180-B80D-FAAE40D31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="" xmlns:a16="http://schemas.microsoft.com/office/drawing/2014/main" id="{6942ABFD-1DE4-4FE8-988B-EBBA9C705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="" xmlns:a16="http://schemas.microsoft.com/office/drawing/2014/main" id="{F0AD1488-EEF7-4E80-BDC4-CB18692DE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="" xmlns:a16="http://schemas.microsoft.com/office/drawing/2014/main" id="{2D311B39-986A-4967-AC0A-06579719B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="" xmlns:a16="http://schemas.microsoft.com/office/drawing/2014/main" id="{BB209473-8047-4401-BC76-BF127434E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="" xmlns:a16="http://schemas.microsoft.com/office/drawing/2014/main" id="{4E761F0B-237E-4CD6-92A4-43F5EE4DD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="" xmlns:a16="http://schemas.microsoft.com/office/drawing/2014/main" id="{C3B61458-8A16-45DB-B640-A626359C9C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="" xmlns:a16="http://schemas.microsoft.com/office/drawing/2014/main" id="{3397A87B-938D-42BA-A314-A345D6609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035" y="-318053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9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E23A5F98-09E9-44A7-BDD6-42C4076353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6" name="AutoShape 3">
              <a:extLst>
                <a:ext uri="{FF2B5EF4-FFF2-40B4-BE49-F238E27FC236}">
                  <a16:creationId xmlns="" xmlns:a16="http://schemas.microsoft.com/office/drawing/2014/main" id="{FE0508BD-094F-4FE4-8890-1AA2AF8F48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="" xmlns:a16="http://schemas.microsoft.com/office/drawing/2014/main" id="{74756A0E-0F92-4C84-A1E5-DC2C67D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="" xmlns:a16="http://schemas.microsoft.com/office/drawing/2014/main" id="{E4C81306-FE1A-4377-8DCD-E90AA4DC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="" xmlns:a16="http://schemas.microsoft.com/office/drawing/2014/main" id="{C6F70C46-6A82-4BFA-9B7D-94017D418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="" xmlns:a16="http://schemas.microsoft.com/office/drawing/2014/main" id="{73A0AE12-E933-4C7D-98CB-1606C993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="" xmlns:a16="http://schemas.microsoft.com/office/drawing/2014/main" id="{9FC38249-8304-4149-AA35-750498369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="" xmlns:a16="http://schemas.microsoft.com/office/drawing/2014/main" id="{D75FE2D4-3673-4EB1-A627-BD4DCF4CC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="" xmlns:a16="http://schemas.microsoft.com/office/drawing/2014/main" id="{9CAFC3F0-CD7E-41E2-A5DF-DC1AF9148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="" xmlns:a16="http://schemas.microsoft.com/office/drawing/2014/main" id="{E3397CE4-282A-41B6-91C2-16070A35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="" xmlns:a16="http://schemas.microsoft.com/office/drawing/2014/main" id="{074D38D1-B9BF-4950-B095-EEB7D1A2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="" xmlns:a16="http://schemas.microsoft.com/office/drawing/2014/main" id="{FCAD6725-5AE7-4713-AC55-29D89235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="" xmlns:a16="http://schemas.microsoft.com/office/drawing/2014/main" id="{99B77351-D37E-41CB-B93D-5BA533ED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6964A034-A5C1-42D3-8713-542990EA1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="" xmlns:a16="http://schemas.microsoft.com/office/drawing/2014/main" id="{769D0F9A-2988-4E3A-8A44-2D82E37D0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="" xmlns:a16="http://schemas.microsoft.com/office/drawing/2014/main" id="{6E5BB62E-69DB-43A6-A506-4F63F6240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="" xmlns:a16="http://schemas.microsoft.com/office/drawing/2014/main" id="{08588729-0B90-4FDA-8870-0409C267F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BA500D51-A6DF-4BAF-B3F0-84568FE9C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="" xmlns:a16="http://schemas.microsoft.com/office/drawing/2014/main" id="{10A112AF-DAE7-4151-A830-D0D95C516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="" xmlns:a16="http://schemas.microsoft.com/office/drawing/2014/main" id="{2C3D0BA5-648D-464E-A765-599FEBC7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="" xmlns:a16="http://schemas.microsoft.com/office/drawing/2014/main" id="{147D2712-C76A-4E40-AF61-D24E8ADA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="" xmlns:a16="http://schemas.microsoft.com/office/drawing/2014/main" id="{BF84C6C7-E285-4E2F-8315-2407D2164B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="" xmlns:a16="http://schemas.microsoft.com/office/drawing/2014/main" id="{999FBF31-3948-4475-8E91-F95EE6EF7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="" xmlns:a16="http://schemas.microsoft.com/office/drawing/2014/main" id="{4B2F7EF7-9BED-46C5-8243-B5755E628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="" xmlns:a16="http://schemas.microsoft.com/office/drawing/2014/main" id="{480B92FF-9184-4C30-9068-57FC1FCBC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="" xmlns:a16="http://schemas.microsoft.com/office/drawing/2014/main" id="{B889A434-DC5A-4C45-8020-3FB596F6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="" xmlns:a16="http://schemas.microsoft.com/office/drawing/2014/main" id="{28DEA10A-3311-4C28-9F28-E73D9809B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="" xmlns:a16="http://schemas.microsoft.com/office/drawing/2014/main" id="{C34997B6-9DE7-421A-BADD-4B13676CA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="" xmlns:a16="http://schemas.microsoft.com/office/drawing/2014/main" id="{10F47CB6-2A0B-4639-8B98-767A84D5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="" xmlns:a16="http://schemas.microsoft.com/office/drawing/2014/main" id="{F6C4C5E8-E980-4904-BD6D-16BF891DE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="" xmlns:a16="http://schemas.microsoft.com/office/drawing/2014/main" id="{BAB065EC-9F5A-4D10-BFE3-381F25378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  <p:pic>
        <p:nvPicPr>
          <p:cNvPr id="42" name="Изображение 41" descr="Screen Shot 2021-04-08 at 1.02.5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854" y="2347741"/>
            <a:ext cx="8334046" cy="40802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348617" y="1202736"/>
            <a:ext cx="3240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 smtClean="0"/>
              <a:t>Gözdən</a:t>
            </a:r>
            <a:r>
              <a:rPr lang="ru-RU" dirty="0" smtClean="0"/>
              <a:t> </a:t>
            </a:r>
            <a:r>
              <a:rPr lang="ru-RU" dirty="0" err="1" smtClean="0"/>
              <a:t>qaçırmayacaqsınız</a:t>
            </a:r>
            <a:r>
              <a:rPr lang="ru-RU" dirty="0" smtClean="0"/>
              <a:t>.</a:t>
            </a:r>
          </a:p>
          <a:p>
            <a:pPr algn="ctr"/>
            <a:r>
              <a:rPr lang="ru-RU" dirty="0" smtClean="0"/>
              <a:t>-</a:t>
            </a:r>
            <a:r>
              <a:rPr lang="ru-RU" dirty="0" err="1" smtClean="0"/>
              <a:t>Kor-</a:t>
            </a:r>
            <a:r>
              <a:rPr lang="ru-RU" dirty="0" err="1"/>
              <a:t>Z</a:t>
            </a:r>
            <a:r>
              <a:rPr lang="ru-RU" dirty="0" err="1" smtClean="0"/>
              <a:t>ona</a:t>
            </a:r>
            <a:r>
              <a:rPr lang="ru-RU" dirty="0" smtClean="0"/>
              <a:t> </a:t>
            </a:r>
            <a:r>
              <a:rPr lang="ru-RU" dirty="0" err="1"/>
              <a:t>G</a:t>
            </a:r>
            <a:r>
              <a:rPr lang="ru-RU" dirty="0" err="1" smtClean="0"/>
              <a:t>örüntü</a:t>
            </a:r>
            <a:r>
              <a:rPr lang="ru-RU" dirty="0" smtClean="0"/>
              <a:t> </a:t>
            </a:r>
            <a:r>
              <a:rPr lang="ru-RU" dirty="0" err="1" smtClean="0"/>
              <a:t>Monitoru</a:t>
            </a:r>
            <a:r>
              <a:rPr lang="ru-RU" dirty="0" smtClean="0"/>
              <a:t>.-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394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E23A5F98-09E9-44A7-BDD6-42C4076353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6" name="AutoShape 3">
              <a:extLst>
                <a:ext uri="{FF2B5EF4-FFF2-40B4-BE49-F238E27FC236}">
                  <a16:creationId xmlns="" xmlns:a16="http://schemas.microsoft.com/office/drawing/2014/main" id="{FE0508BD-094F-4FE4-8890-1AA2AF8F48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="" xmlns:a16="http://schemas.microsoft.com/office/drawing/2014/main" id="{74756A0E-0F92-4C84-A1E5-DC2C67D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="" xmlns:a16="http://schemas.microsoft.com/office/drawing/2014/main" id="{E4C81306-FE1A-4377-8DCD-E90AA4DC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="" xmlns:a16="http://schemas.microsoft.com/office/drawing/2014/main" id="{C6F70C46-6A82-4BFA-9B7D-94017D418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="" xmlns:a16="http://schemas.microsoft.com/office/drawing/2014/main" id="{73A0AE12-E933-4C7D-98CB-1606C993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="" xmlns:a16="http://schemas.microsoft.com/office/drawing/2014/main" id="{9FC38249-8304-4149-AA35-750498369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="" xmlns:a16="http://schemas.microsoft.com/office/drawing/2014/main" id="{D75FE2D4-3673-4EB1-A627-BD4DCF4CC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="" xmlns:a16="http://schemas.microsoft.com/office/drawing/2014/main" id="{9CAFC3F0-CD7E-41E2-A5DF-DC1AF9148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="" xmlns:a16="http://schemas.microsoft.com/office/drawing/2014/main" id="{E3397CE4-282A-41B6-91C2-16070A35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="" xmlns:a16="http://schemas.microsoft.com/office/drawing/2014/main" id="{074D38D1-B9BF-4950-B095-EEB7D1A2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="" xmlns:a16="http://schemas.microsoft.com/office/drawing/2014/main" id="{FCAD6725-5AE7-4713-AC55-29D89235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="" xmlns:a16="http://schemas.microsoft.com/office/drawing/2014/main" id="{99B77351-D37E-41CB-B93D-5BA533ED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6964A034-A5C1-42D3-8713-542990EA1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="" xmlns:a16="http://schemas.microsoft.com/office/drawing/2014/main" id="{769D0F9A-2988-4E3A-8A44-2D82E37D0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="" xmlns:a16="http://schemas.microsoft.com/office/drawing/2014/main" id="{6E5BB62E-69DB-43A6-A506-4F63F6240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="" xmlns:a16="http://schemas.microsoft.com/office/drawing/2014/main" id="{08588729-0B90-4FDA-8870-0409C267F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BA500D51-A6DF-4BAF-B3F0-84568FE9C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="" xmlns:a16="http://schemas.microsoft.com/office/drawing/2014/main" id="{10A112AF-DAE7-4151-A830-D0D95C516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="" xmlns:a16="http://schemas.microsoft.com/office/drawing/2014/main" id="{2C3D0BA5-648D-464E-A765-599FEBC7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="" xmlns:a16="http://schemas.microsoft.com/office/drawing/2014/main" id="{147D2712-C76A-4E40-AF61-D24E8ADA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="" xmlns:a16="http://schemas.microsoft.com/office/drawing/2014/main" id="{BF84C6C7-E285-4E2F-8315-2407D2164B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="" xmlns:a16="http://schemas.microsoft.com/office/drawing/2014/main" id="{999FBF31-3948-4475-8E91-F95EE6EF7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="" xmlns:a16="http://schemas.microsoft.com/office/drawing/2014/main" id="{4B2F7EF7-9BED-46C5-8243-B5755E628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="" xmlns:a16="http://schemas.microsoft.com/office/drawing/2014/main" id="{480B92FF-9184-4C30-9068-57FC1FCBC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="" xmlns:a16="http://schemas.microsoft.com/office/drawing/2014/main" id="{B889A434-DC5A-4C45-8020-3FB596F6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="" xmlns:a16="http://schemas.microsoft.com/office/drawing/2014/main" id="{28DEA10A-3311-4C28-9F28-E73D9809B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="" xmlns:a16="http://schemas.microsoft.com/office/drawing/2014/main" id="{C34997B6-9DE7-421A-BADD-4B13676CA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="" xmlns:a16="http://schemas.microsoft.com/office/drawing/2014/main" id="{10F47CB6-2A0B-4639-8B98-767A84D5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="" xmlns:a16="http://schemas.microsoft.com/office/drawing/2014/main" id="{F6C4C5E8-E980-4904-BD6D-16BF891DE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="" xmlns:a16="http://schemas.microsoft.com/office/drawing/2014/main" id="{BAB065EC-9F5A-4D10-BFE3-381F25378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  <p:pic>
        <p:nvPicPr>
          <p:cNvPr id="2" name="Изображение 1" descr="Screen Shot 2021-04-08 at 1.04.5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238" y="2623250"/>
            <a:ext cx="8055904" cy="40735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4824" y="1597233"/>
            <a:ext cx="3347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 smtClean="0"/>
              <a:t>Bir</a:t>
            </a:r>
            <a:r>
              <a:rPr lang="ru-RU" dirty="0" smtClean="0"/>
              <a:t> </a:t>
            </a:r>
            <a:r>
              <a:rPr lang="ru-RU" dirty="0" err="1" smtClean="0"/>
              <a:t>baxışla</a:t>
            </a:r>
            <a:r>
              <a:rPr lang="ru-RU" dirty="0" smtClean="0"/>
              <a:t> </a:t>
            </a:r>
            <a:r>
              <a:rPr lang="ru-RU" dirty="0" err="1" smtClean="0"/>
              <a:t>ətrafından</a:t>
            </a:r>
            <a:r>
              <a:rPr lang="ru-RU" dirty="0" smtClean="0"/>
              <a:t> </a:t>
            </a:r>
            <a:r>
              <a:rPr lang="ru-RU" dirty="0" err="1" smtClean="0"/>
              <a:t>xəbərdar</a:t>
            </a:r>
            <a:r>
              <a:rPr lang="ru-RU" dirty="0" smtClean="0"/>
              <a:t> </a:t>
            </a:r>
            <a:r>
              <a:rPr lang="ru-RU" dirty="0" err="1" smtClean="0"/>
              <a:t>ol</a:t>
            </a:r>
            <a:r>
              <a:rPr lang="ru-RU" dirty="0" smtClean="0"/>
              <a:t>.</a:t>
            </a:r>
          </a:p>
          <a:p>
            <a:pPr algn="ctr"/>
            <a:r>
              <a:rPr lang="ru-RU" dirty="0" smtClean="0"/>
              <a:t>-360</a:t>
            </a:r>
            <a:r>
              <a:rPr lang="it-IT" dirty="0" smtClean="0"/>
              <a:t>°</a:t>
            </a:r>
            <a:r>
              <a:rPr lang="ru-RU" dirty="0" smtClean="0"/>
              <a:t> </a:t>
            </a:r>
            <a:r>
              <a:rPr lang="ru-RU" dirty="0" err="1" smtClean="0"/>
              <a:t>Görüntü</a:t>
            </a:r>
            <a:r>
              <a:rPr lang="ru-RU" dirty="0" smtClean="0"/>
              <a:t> </a:t>
            </a:r>
            <a:r>
              <a:rPr lang="ru-RU" dirty="0" err="1" smtClean="0"/>
              <a:t>Monitoru</a:t>
            </a:r>
            <a:r>
              <a:rPr lang="ru-RU" dirty="0" smtClean="0"/>
              <a:t>-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673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E23A5F98-09E9-44A7-BDD6-42C4076353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1775" y="218042"/>
            <a:ext cx="1212850" cy="558800"/>
            <a:chOff x="0" y="0"/>
            <a:chExt cx="126" cy="60"/>
          </a:xfrm>
        </p:grpSpPr>
        <p:sp>
          <p:nvSpPr>
            <p:cNvPr id="6" name="AutoShape 3">
              <a:extLst>
                <a:ext uri="{FF2B5EF4-FFF2-40B4-BE49-F238E27FC236}">
                  <a16:creationId xmlns="" xmlns:a16="http://schemas.microsoft.com/office/drawing/2014/main" id="{FE0508BD-094F-4FE4-8890-1AA2AF8F482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="" xmlns:a16="http://schemas.microsoft.com/office/drawing/2014/main" id="{74756A0E-0F92-4C84-A1E5-DC2C67D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="" xmlns:a16="http://schemas.microsoft.com/office/drawing/2014/main" id="{E4C81306-FE1A-4377-8DCD-E90AA4DC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="" xmlns:a16="http://schemas.microsoft.com/office/drawing/2014/main" id="{C6F70C46-6A82-4BFA-9B7D-94017D418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="" xmlns:a16="http://schemas.microsoft.com/office/drawing/2014/main" id="{73A0AE12-E933-4C7D-98CB-1606C993C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="" xmlns:a16="http://schemas.microsoft.com/office/drawing/2014/main" id="{9FC38249-8304-4149-AA35-750498369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="" xmlns:a16="http://schemas.microsoft.com/office/drawing/2014/main" id="{D75FE2D4-3673-4EB1-A627-BD4DCF4CC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="" xmlns:a16="http://schemas.microsoft.com/office/drawing/2014/main" id="{9CAFC3F0-CD7E-41E2-A5DF-DC1AF9148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="" xmlns:a16="http://schemas.microsoft.com/office/drawing/2014/main" id="{E3397CE4-282A-41B6-91C2-16070A35A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="" xmlns:a16="http://schemas.microsoft.com/office/drawing/2014/main" id="{074D38D1-B9BF-4950-B095-EEB7D1A2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="" xmlns:a16="http://schemas.microsoft.com/office/drawing/2014/main" id="{FCAD6725-5AE7-4713-AC55-29D89235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="" xmlns:a16="http://schemas.microsoft.com/office/drawing/2014/main" id="{99B77351-D37E-41CB-B93D-5BA533ED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6964A034-A5C1-42D3-8713-542990EA1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="" xmlns:a16="http://schemas.microsoft.com/office/drawing/2014/main" id="{769D0F9A-2988-4E3A-8A44-2D82E37D0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="" xmlns:a16="http://schemas.microsoft.com/office/drawing/2014/main" id="{6E5BB62E-69DB-43A6-A506-4F63F6240E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="" xmlns:a16="http://schemas.microsoft.com/office/drawing/2014/main" id="{08588729-0B90-4FDA-8870-0409C267F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BA500D51-A6DF-4BAF-B3F0-84568FE9C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="" xmlns:a16="http://schemas.microsoft.com/office/drawing/2014/main" id="{10A112AF-DAE7-4151-A830-D0D95C5167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="" xmlns:a16="http://schemas.microsoft.com/office/drawing/2014/main" id="{2C3D0BA5-648D-464E-A765-599FEBC74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="" xmlns:a16="http://schemas.microsoft.com/office/drawing/2014/main" id="{147D2712-C76A-4E40-AF61-D24E8ADA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="" xmlns:a16="http://schemas.microsoft.com/office/drawing/2014/main" id="{BF84C6C7-E285-4E2F-8315-2407D2164B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="" xmlns:a16="http://schemas.microsoft.com/office/drawing/2014/main" id="{999FBF31-3948-4475-8E91-F95EE6EF7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="" xmlns:a16="http://schemas.microsoft.com/office/drawing/2014/main" id="{4B2F7EF7-9BED-46C5-8243-B5755E628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="" xmlns:a16="http://schemas.microsoft.com/office/drawing/2014/main" id="{480B92FF-9184-4C30-9068-57FC1FCBC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="" xmlns:a16="http://schemas.microsoft.com/office/drawing/2014/main" id="{B889A434-DC5A-4C45-8020-3FB596F61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="" xmlns:a16="http://schemas.microsoft.com/office/drawing/2014/main" id="{28DEA10A-3311-4C28-9F28-E73D9809B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="" xmlns:a16="http://schemas.microsoft.com/office/drawing/2014/main" id="{C34997B6-9DE7-421A-BADD-4B13676CA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="" xmlns:a16="http://schemas.microsoft.com/office/drawing/2014/main" id="{10F47CB6-2A0B-4639-8B98-767A84D5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2">
              <a:extLst>
                <a:ext uri="{FF2B5EF4-FFF2-40B4-BE49-F238E27FC236}">
                  <a16:creationId xmlns="" xmlns:a16="http://schemas.microsoft.com/office/drawing/2014/main" id="{F6C4C5E8-E980-4904-BD6D-16BF891DE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="" xmlns:a16="http://schemas.microsoft.com/office/drawing/2014/main" id="{BAB065EC-9F5A-4D10-BFE3-381F25378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330" y="-573445"/>
            <a:ext cx="2557670" cy="1918253"/>
          </a:xfrm>
          <a:prstGeom prst="rect">
            <a:avLst/>
          </a:prstGeom>
        </p:spPr>
      </p:pic>
      <p:pic>
        <p:nvPicPr>
          <p:cNvPr id="2" name="Изображение 1" descr="Screen Shot 2021-04-08 at 1.10.5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445" y="2635483"/>
            <a:ext cx="8016558" cy="40602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00795" y="1395174"/>
            <a:ext cx="2730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 smtClean="0"/>
              <a:t>Hərəkətdə</a:t>
            </a:r>
            <a:r>
              <a:rPr lang="ru-RU" dirty="0" smtClean="0"/>
              <a:t> </a:t>
            </a:r>
            <a:r>
              <a:rPr lang="ru-RU" dirty="0" err="1" smtClean="0"/>
              <a:t>səndən</a:t>
            </a:r>
            <a:r>
              <a:rPr lang="ru-RU" dirty="0" smtClean="0"/>
              <a:t> </a:t>
            </a:r>
            <a:r>
              <a:rPr lang="ru-RU" dirty="0" err="1" smtClean="0"/>
              <a:t>aslıdır</a:t>
            </a:r>
            <a:r>
              <a:rPr lang="ru-RU" dirty="0" smtClean="0"/>
              <a:t>.</a:t>
            </a:r>
          </a:p>
          <a:p>
            <a:pPr algn="ctr"/>
            <a:r>
              <a:rPr lang="ru-RU" dirty="0" smtClean="0"/>
              <a:t>-</a:t>
            </a:r>
            <a:r>
              <a:rPr lang="ru-RU" dirty="0" err="1" smtClean="0"/>
              <a:t>Düyməli</a:t>
            </a:r>
            <a:r>
              <a:rPr lang="ru-RU" dirty="0" smtClean="0"/>
              <a:t> </a:t>
            </a:r>
            <a:r>
              <a:rPr lang="ru-RU" dirty="0" err="1" smtClean="0"/>
              <a:t>avtomat</a:t>
            </a:r>
            <a:r>
              <a:rPr lang="ru-RU" dirty="0" smtClean="0"/>
              <a:t> </a:t>
            </a:r>
            <a:r>
              <a:rPr lang="ru-RU" dirty="0" err="1" smtClean="0"/>
              <a:t>ötürücü</a:t>
            </a:r>
            <a:r>
              <a:rPr lang="ru-RU" dirty="0" smtClean="0"/>
              <a:t>-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673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A9A541-C1A3-4D8F-A73B-A97F1CD0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1226" y="2607504"/>
            <a:ext cx="6887817" cy="14476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az-Latn-AZ" sz="10000" b="1" dirty="0">
                <a:solidFill>
                  <a:schemeClr val="accent1">
                    <a:lumMod val="75000"/>
                  </a:schemeClr>
                </a:solidFill>
                <a:latin typeface="Hyundai Sans Head" panose="020B0404040000000000" pitchFamily="34" charset="0"/>
                <a:ea typeface="Hyundai Sans Head" panose="020B0404040000000000" pitchFamily="34" charset="0"/>
              </a:rPr>
              <a:t>Təşəkkürlər</a:t>
            </a:r>
            <a:endParaRPr lang="en-US" sz="10000" b="1" dirty="0">
              <a:solidFill>
                <a:schemeClr val="accent1">
                  <a:lumMod val="75000"/>
                </a:schemeClr>
              </a:solidFill>
              <a:latin typeface="Hyundai Sans Head" panose="020B0404040000000000" pitchFamily="34" charset="0"/>
              <a:ea typeface="Hyundai Sans Head" panose="020B0404040000000000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52538F87-AA4D-47B9-8E35-16E5CCFCFC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01409" y="6063753"/>
            <a:ext cx="1212850" cy="558800"/>
            <a:chOff x="0" y="0"/>
            <a:chExt cx="126" cy="60"/>
          </a:xfrm>
        </p:grpSpPr>
        <p:sp>
          <p:nvSpPr>
            <p:cNvPr id="5" name="AutoShape 3">
              <a:extLst>
                <a:ext uri="{FF2B5EF4-FFF2-40B4-BE49-F238E27FC236}">
                  <a16:creationId xmlns="" xmlns:a16="http://schemas.microsoft.com/office/drawing/2014/main" id="{E23A8A41-9162-4A31-8C20-074AF17B351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26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="" xmlns:a16="http://schemas.microsoft.com/office/drawing/2014/main" id="{1FBC4E85-16F5-4F09-932B-76B164AF3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55"/>
              <a:ext cx="5" cy="5"/>
            </a:xfrm>
            <a:custGeom>
              <a:avLst/>
              <a:gdLst>
                <a:gd name="T0" fmla="*/ 20 w 20"/>
                <a:gd name="T1" fmla="*/ 19 h 21"/>
                <a:gd name="T2" fmla="*/ 20 w 20"/>
                <a:gd name="T3" fmla="*/ 11 h 21"/>
                <a:gd name="T4" fmla="*/ 17 w 20"/>
                <a:gd name="T5" fmla="*/ 11 h 21"/>
                <a:gd name="T6" fmla="*/ 17 w 20"/>
                <a:gd name="T7" fmla="*/ 19 h 21"/>
                <a:gd name="T8" fmla="*/ 12 w 20"/>
                <a:gd name="T9" fmla="*/ 20 h 21"/>
                <a:gd name="T10" fmla="*/ 3 w 20"/>
                <a:gd name="T11" fmla="*/ 11 h 21"/>
                <a:gd name="T12" fmla="*/ 12 w 20"/>
                <a:gd name="T13" fmla="*/ 1 h 21"/>
                <a:gd name="T14" fmla="*/ 19 w 20"/>
                <a:gd name="T15" fmla="*/ 5 h 21"/>
                <a:gd name="T16" fmla="*/ 20 w 20"/>
                <a:gd name="T17" fmla="*/ 2 h 21"/>
                <a:gd name="T18" fmla="*/ 11 w 20"/>
                <a:gd name="T19" fmla="*/ 0 h 21"/>
                <a:gd name="T20" fmla="*/ 0 w 20"/>
                <a:gd name="T21" fmla="*/ 11 h 21"/>
                <a:gd name="T22" fmla="*/ 11 w 20"/>
                <a:gd name="T23" fmla="*/ 21 h 21"/>
                <a:gd name="T24" fmla="*/ 20 w 20"/>
                <a:gd name="T25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1">
                  <a:moveTo>
                    <a:pt x="20" y="19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5" y="19"/>
                    <a:pt x="14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4" y="1"/>
                    <a:pt x="16" y="2"/>
                    <a:pt x="19" y="5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7" y="0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1"/>
                    <a:pt x="11" y="21"/>
                  </a:cubicBezTo>
                  <a:cubicBezTo>
                    <a:pt x="14" y="21"/>
                    <a:pt x="17" y="20"/>
                    <a:pt x="20" y="19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="" xmlns:a16="http://schemas.microsoft.com/office/drawing/2014/main" id="{A6C88706-64FA-4195-9BAC-5F094C7E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" y="55"/>
              <a:ext cx="4" cy="5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5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1 h 21"/>
                <a:gd name="T16" fmla="*/ 4 w 15"/>
                <a:gd name="T17" fmla="*/ 1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1 h 21"/>
                <a:gd name="T24" fmla="*/ 6 w 15"/>
                <a:gd name="T25" fmla="*/ 11 h 21"/>
                <a:gd name="T26" fmla="*/ 12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3" y="17"/>
                    <a:pt x="11" y="13"/>
                    <a:pt x="9" y="11"/>
                  </a:cubicBezTo>
                  <a:cubicBezTo>
                    <a:pt x="12" y="10"/>
                    <a:pt x="13" y="8"/>
                    <a:pt x="13" y="5"/>
                  </a:cubicBezTo>
                  <a:cubicBezTo>
                    <a:pt x="13" y="3"/>
                    <a:pt x="11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3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3"/>
                    <a:pt x="10" y="6"/>
                  </a:cubicBezTo>
                  <a:cubicBezTo>
                    <a:pt x="10" y="8"/>
                    <a:pt x="8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8" y="14"/>
                    <a:pt x="11" y="19"/>
                    <a:pt x="12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B076A948-4F5E-4335-A354-3D906323A9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" y="55"/>
              <a:ext cx="5" cy="5"/>
            </a:xfrm>
            <a:custGeom>
              <a:avLst/>
              <a:gdLst>
                <a:gd name="T0" fmla="*/ 24 w 24"/>
                <a:gd name="T1" fmla="*/ 10 h 21"/>
                <a:gd name="T2" fmla="*/ 12 w 24"/>
                <a:gd name="T3" fmla="*/ 0 h 21"/>
                <a:gd name="T4" fmla="*/ 0 w 24"/>
                <a:gd name="T5" fmla="*/ 11 h 21"/>
                <a:gd name="T6" fmla="*/ 12 w 24"/>
                <a:gd name="T7" fmla="*/ 21 h 21"/>
                <a:gd name="T8" fmla="*/ 24 w 24"/>
                <a:gd name="T9" fmla="*/ 10 h 21"/>
                <a:gd name="T10" fmla="*/ 20 w 24"/>
                <a:gd name="T11" fmla="*/ 10 h 21"/>
                <a:gd name="T12" fmla="*/ 12 w 24"/>
                <a:gd name="T13" fmla="*/ 20 h 21"/>
                <a:gd name="T14" fmla="*/ 3 w 24"/>
                <a:gd name="T15" fmla="*/ 11 h 21"/>
                <a:gd name="T16" fmla="*/ 12 w 24"/>
                <a:gd name="T17" fmla="*/ 1 h 21"/>
                <a:gd name="T18" fmla="*/ 20 w 24"/>
                <a:gd name="T19" fmla="*/ 1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1">
                  <a:moveTo>
                    <a:pt x="24" y="10"/>
                  </a:moveTo>
                  <a:cubicBezTo>
                    <a:pt x="24" y="4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1"/>
                    <a:pt x="12" y="21"/>
                  </a:cubicBezTo>
                  <a:cubicBezTo>
                    <a:pt x="18" y="21"/>
                    <a:pt x="24" y="17"/>
                    <a:pt x="24" y="10"/>
                  </a:cubicBezTo>
                  <a:close/>
                  <a:moveTo>
                    <a:pt x="20" y="10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6"/>
                    <a:pt x="3" y="11"/>
                  </a:cubicBezTo>
                  <a:cubicBezTo>
                    <a:pt x="3" y="6"/>
                    <a:pt x="6" y="1"/>
                    <a:pt x="12" y="1"/>
                  </a:cubicBezTo>
                  <a:cubicBezTo>
                    <a:pt x="18" y="1"/>
                    <a:pt x="20" y="6"/>
                    <a:pt x="20" y="1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="" xmlns:a16="http://schemas.microsoft.com/office/drawing/2014/main" id="{6E1470DF-5D7C-4039-9585-F07C87393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" y="55"/>
              <a:ext cx="5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2"/>
                    <a:pt x="16" y="9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6" y="19"/>
                    <a:pt x="3" y="17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4" y="21"/>
                    <a:pt x="9" y="21"/>
                  </a:cubicBezTo>
                  <a:cubicBezTo>
                    <a:pt x="13" y="21"/>
                    <a:pt x="15" y="19"/>
                    <a:pt x="16" y="17"/>
                  </a:cubicBezTo>
                  <a:cubicBezTo>
                    <a:pt x="16" y="19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5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="" xmlns:a16="http://schemas.microsoft.com/office/drawing/2014/main" id="{58F6B703-DA54-49AC-A11D-0950AB981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55"/>
              <a:ext cx="3" cy="5"/>
            </a:xfrm>
            <a:custGeom>
              <a:avLst/>
              <a:gdLst>
                <a:gd name="T0" fmla="*/ 12 w 12"/>
                <a:gd name="T1" fmla="*/ 5 h 21"/>
                <a:gd name="T2" fmla="*/ 5 w 12"/>
                <a:gd name="T3" fmla="*/ 0 h 21"/>
                <a:gd name="T4" fmla="*/ 0 w 12"/>
                <a:gd name="T5" fmla="*/ 0 h 21"/>
                <a:gd name="T6" fmla="*/ 0 w 12"/>
                <a:gd name="T7" fmla="*/ 21 h 21"/>
                <a:gd name="T8" fmla="*/ 3 w 12"/>
                <a:gd name="T9" fmla="*/ 21 h 21"/>
                <a:gd name="T10" fmla="*/ 3 w 12"/>
                <a:gd name="T11" fmla="*/ 1 h 21"/>
                <a:gd name="T12" fmla="*/ 4 w 12"/>
                <a:gd name="T13" fmla="*/ 1 h 21"/>
                <a:gd name="T14" fmla="*/ 10 w 12"/>
                <a:gd name="T15" fmla="*/ 6 h 21"/>
                <a:gd name="T16" fmla="*/ 4 w 12"/>
                <a:gd name="T17" fmla="*/ 10 h 21"/>
                <a:gd name="T18" fmla="*/ 3 w 12"/>
                <a:gd name="T19" fmla="*/ 11 h 21"/>
                <a:gd name="T20" fmla="*/ 12 w 12"/>
                <a:gd name="T21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" h="21">
                  <a:moveTo>
                    <a:pt x="12" y="5"/>
                  </a:moveTo>
                  <a:cubicBezTo>
                    <a:pt x="12" y="3"/>
                    <a:pt x="10" y="0"/>
                    <a:pt x="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9" y="1"/>
                    <a:pt x="10" y="4"/>
                    <a:pt x="10" y="6"/>
                  </a:cubicBezTo>
                  <a:cubicBezTo>
                    <a:pt x="10" y="8"/>
                    <a:pt x="8" y="10"/>
                    <a:pt x="4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9" y="12"/>
                    <a:pt x="12" y="9"/>
                    <a:pt x="12" y="5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="" xmlns:a16="http://schemas.microsoft.com/office/drawing/2014/main" id="{B4CE1289-AE25-461D-998D-16A3C17D8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7" y="19"/>
                    <a:pt x="14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6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4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5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="" xmlns:a16="http://schemas.microsoft.com/office/drawing/2014/main" id="{95AFDED5-DAB6-4202-BEFB-583BE0F83C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" y="48"/>
              <a:ext cx="5" cy="5"/>
            </a:xfrm>
            <a:custGeom>
              <a:avLst/>
              <a:gdLst>
                <a:gd name="T0" fmla="*/ 23 w 23"/>
                <a:gd name="T1" fmla="*/ 11 h 22"/>
                <a:gd name="T2" fmla="*/ 12 w 23"/>
                <a:gd name="T3" fmla="*/ 0 h 22"/>
                <a:gd name="T4" fmla="*/ 0 w 23"/>
                <a:gd name="T5" fmla="*/ 11 h 22"/>
                <a:gd name="T6" fmla="*/ 12 w 23"/>
                <a:gd name="T7" fmla="*/ 22 h 22"/>
                <a:gd name="T8" fmla="*/ 23 w 23"/>
                <a:gd name="T9" fmla="*/ 11 h 22"/>
                <a:gd name="T10" fmla="*/ 20 w 23"/>
                <a:gd name="T11" fmla="*/ 11 h 22"/>
                <a:gd name="T12" fmla="*/ 12 w 23"/>
                <a:gd name="T13" fmla="*/ 20 h 22"/>
                <a:gd name="T14" fmla="*/ 3 w 23"/>
                <a:gd name="T15" fmla="*/ 11 h 22"/>
                <a:gd name="T16" fmla="*/ 12 w 23"/>
                <a:gd name="T17" fmla="*/ 2 h 22"/>
                <a:gd name="T18" fmla="*/ 20 w 23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22">
                  <a:moveTo>
                    <a:pt x="23" y="11"/>
                  </a:moveTo>
                  <a:cubicBezTo>
                    <a:pt x="23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3" y="18"/>
                    <a:pt x="23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121117A5-6730-4900-8AE8-AFF2E590D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48"/>
              <a:ext cx="6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20 w 24"/>
                <a:gd name="T5" fmla="*/ 0 h 21"/>
                <a:gd name="T6" fmla="*/ 13 w 24"/>
                <a:gd name="T7" fmla="*/ 17 h 21"/>
                <a:gd name="T8" fmla="*/ 13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3 w 24"/>
                <a:gd name="T15" fmla="*/ 0 h 21"/>
                <a:gd name="T16" fmla="*/ 3 w 24"/>
                <a:gd name="T17" fmla="*/ 1 h 21"/>
                <a:gd name="T18" fmla="*/ 0 w 24"/>
                <a:gd name="T19" fmla="*/ 21 h 21"/>
                <a:gd name="T20" fmla="*/ 2 w 24"/>
                <a:gd name="T21" fmla="*/ 21 h 21"/>
                <a:gd name="T22" fmla="*/ 4 w 24"/>
                <a:gd name="T23" fmla="*/ 3 h 21"/>
                <a:gd name="T24" fmla="*/ 12 w 24"/>
                <a:gd name="T25" fmla="*/ 21 h 21"/>
                <a:gd name="T26" fmla="*/ 12 w 24"/>
                <a:gd name="T27" fmla="*/ 21 h 21"/>
                <a:gd name="T28" fmla="*/ 20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4" y="17"/>
                    <a:pt x="23" y="6"/>
                    <a:pt x="22" y="0"/>
                  </a:cubicBezTo>
                  <a:cubicBezTo>
                    <a:pt x="22" y="0"/>
                    <a:pt x="21" y="0"/>
                    <a:pt x="20" y="0"/>
                  </a:cubicBezTo>
                  <a:cubicBezTo>
                    <a:pt x="20" y="0"/>
                    <a:pt x="13" y="15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6"/>
                    <a:pt x="21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="" xmlns:a16="http://schemas.microsoft.com/office/drawing/2014/main" id="{D23ECEA1-AABB-4750-B02B-78D650C9E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48"/>
              <a:ext cx="5" cy="5"/>
            </a:xfrm>
            <a:custGeom>
              <a:avLst/>
              <a:gdLst>
                <a:gd name="T0" fmla="*/ 24 w 24"/>
                <a:gd name="T1" fmla="*/ 21 h 21"/>
                <a:gd name="T2" fmla="*/ 22 w 24"/>
                <a:gd name="T3" fmla="*/ 0 h 21"/>
                <a:gd name="T4" fmla="*/ 19 w 24"/>
                <a:gd name="T5" fmla="*/ 0 h 21"/>
                <a:gd name="T6" fmla="*/ 12 w 24"/>
                <a:gd name="T7" fmla="*/ 17 h 21"/>
                <a:gd name="T8" fmla="*/ 12 w 24"/>
                <a:gd name="T9" fmla="*/ 17 h 21"/>
                <a:gd name="T10" fmla="*/ 6 w 24"/>
                <a:gd name="T11" fmla="*/ 2 h 21"/>
                <a:gd name="T12" fmla="*/ 5 w 24"/>
                <a:gd name="T13" fmla="*/ 0 h 21"/>
                <a:gd name="T14" fmla="*/ 2 w 24"/>
                <a:gd name="T15" fmla="*/ 0 h 21"/>
                <a:gd name="T16" fmla="*/ 2 w 24"/>
                <a:gd name="T17" fmla="*/ 1 h 21"/>
                <a:gd name="T18" fmla="*/ 0 w 24"/>
                <a:gd name="T19" fmla="*/ 21 h 21"/>
                <a:gd name="T20" fmla="*/ 1 w 24"/>
                <a:gd name="T21" fmla="*/ 21 h 21"/>
                <a:gd name="T22" fmla="*/ 3 w 24"/>
                <a:gd name="T23" fmla="*/ 3 h 21"/>
                <a:gd name="T24" fmla="*/ 11 w 24"/>
                <a:gd name="T25" fmla="*/ 21 h 21"/>
                <a:gd name="T26" fmla="*/ 12 w 24"/>
                <a:gd name="T27" fmla="*/ 21 h 21"/>
                <a:gd name="T28" fmla="*/ 19 w 24"/>
                <a:gd name="T29" fmla="*/ 3 h 21"/>
                <a:gd name="T30" fmla="*/ 21 w 24"/>
                <a:gd name="T31" fmla="*/ 21 h 21"/>
                <a:gd name="T32" fmla="*/ 24 w 24"/>
                <a:gd name="T33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1">
                  <a:moveTo>
                    <a:pt x="24" y="21"/>
                  </a:moveTo>
                  <a:cubicBezTo>
                    <a:pt x="23" y="17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5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4"/>
                    <a:pt x="9" y="8"/>
                    <a:pt x="6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6"/>
                    <a:pt x="20" y="15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AA470C37-010C-40A4-9E87-E7D5E8C63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8"/>
              <a:ext cx="4" cy="5"/>
            </a:xfrm>
            <a:custGeom>
              <a:avLst/>
              <a:gdLst>
                <a:gd name="T0" fmla="*/ 19 w 19"/>
                <a:gd name="T1" fmla="*/ 0 h 21"/>
                <a:gd name="T2" fmla="*/ 16 w 19"/>
                <a:gd name="T3" fmla="*/ 0 h 21"/>
                <a:gd name="T4" fmla="*/ 16 w 19"/>
                <a:gd name="T5" fmla="*/ 13 h 21"/>
                <a:gd name="T6" fmla="*/ 9 w 19"/>
                <a:gd name="T7" fmla="*/ 19 h 21"/>
                <a:gd name="T8" fmla="*/ 3 w 19"/>
                <a:gd name="T9" fmla="*/ 13 h 21"/>
                <a:gd name="T10" fmla="*/ 3 w 19"/>
                <a:gd name="T11" fmla="*/ 0 h 21"/>
                <a:gd name="T12" fmla="*/ 0 w 19"/>
                <a:gd name="T13" fmla="*/ 0 h 21"/>
                <a:gd name="T14" fmla="*/ 0 w 19"/>
                <a:gd name="T15" fmla="*/ 13 h 21"/>
                <a:gd name="T16" fmla="*/ 9 w 19"/>
                <a:gd name="T17" fmla="*/ 21 h 21"/>
                <a:gd name="T18" fmla="*/ 16 w 19"/>
                <a:gd name="T19" fmla="*/ 17 h 21"/>
                <a:gd name="T20" fmla="*/ 16 w 19"/>
                <a:gd name="T21" fmla="*/ 21 h 21"/>
                <a:gd name="T22" fmla="*/ 19 w 19"/>
                <a:gd name="T23" fmla="*/ 21 h 21"/>
                <a:gd name="T24" fmla="*/ 19 w 19"/>
                <a:gd name="T2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6" y="1"/>
                    <a:pt x="16" y="8"/>
                    <a:pt x="16" y="13"/>
                  </a:cubicBezTo>
                  <a:cubicBezTo>
                    <a:pt x="16" y="16"/>
                    <a:pt x="13" y="19"/>
                    <a:pt x="9" y="19"/>
                  </a:cubicBezTo>
                  <a:cubicBezTo>
                    <a:pt x="5" y="19"/>
                    <a:pt x="3" y="16"/>
                    <a:pt x="3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1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8"/>
                    <a:pt x="3" y="21"/>
                    <a:pt x="9" y="21"/>
                  </a:cubicBezTo>
                  <a:cubicBezTo>
                    <a:pt x="13" y="21"/>
                    <a:pt x="14" y="19"/>
                    <a:pt x="16" y="17"/>
                  </a:cubicBezTo>
                  <a:cubicBezTo>
                    <a:pt x="16" y="18"/>
                    <a:pt x="16" y="20"/>
                    <a:pt x="16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14"/>
                    <a:pt x="19" y="6"/>
                    <a:pt x="19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36162BAC-BAAE-4F4F-A7CE-B241A1453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" y="48"/>
              <a:ext cx="5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7 w 18"/>
                <a:gd name="T5" fmla="*/ 0 h 21"/>
                <a:gd name="T6" fmla="*/ 17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1 w 18"/>
                <a:gd name="T13" fmla="*/ 1 h 21"/>
                <a:gd name="T14" fmla="*/ 1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2 w 18"/>
                <a:gd name="T21" fmla="*/ 2 h 21"/>
                <a:gd name="T22" fmla="*/ 2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8" y="15"/>
                    <a:pt x="18" y="6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7" y="12"/>
                    <a:pt x="17" y="16"/>
                  </a:cubicBezTo>
                  <a:cubicBezTo>
                    <a:pt x="15" y="14"/>
                    <a:pt x="4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6"/>
                    <a:pt x="1" y="19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F29226DA-9D31-4AE2-AB74-5F6C3E0C4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="" xmlns:a16="http://schemas.microsoft.com/office/drawing/2014/main" id="{86EE5138-09E6-4EE9-80AB-41FD0EE1D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8"/>
              <a:ext cx="5" cy="5"/>
            </a:xfrm>
            <a:custGeom>
              <a:avLst/>
              <a:gdLst>
                <a:gd name="T0" fmla="*/ 20 w 20"/>
                <a:gd name="T1" fmla="*/ 18 h 22"/>
                <a:gd name="T2" fmla="*/ 12 w 20"/>
                <a:gd name="T3" fmla="*/ 21 h 22"/>
                <a:gd name="T4" fmla="*/ 3 w 20"/>
                <a:gd name="T5" fmla="*/ 11 h 22"/>
                <a:gd name="T6" fmla="*/ 12 w 20"/>
                <a:gd name="T7" fmla="*/ 2 h 22"/>
                <a:gd name="T8" fmla="*/ 19 w 20"/>
                <a:gd name="T9" fmla="*/ 5 h 22"/>
                <a:gd name="T10" fmla="*/ 20 w 20"/>
                <a:gd name="T11" fmla="*/ 3 h 22"/>
                <a:gd name="T12" fmla="*/ 11 w 20"/>
                <a:gd name="T13" fmla="*/ 0 h 22"/>
                <a:gd name="T14" fmla="*/ 0 w 20"/>
                <a:gd name="T15" fmla="*/ 11 h 22"/>
                <a:gd name="T16" fmla="*/ 11 w 20"/>
                <a:gd name="T17" fmla="*/ 22 h 22"/>
                <a:gd name="T18" fmla="*/ 19 w 20"/>
                <a:gd name="T19" fmla="*/ 20 h 22"/>
                <a:gd name="T20" fmla="*/ 20 w 20"/>
                <a:gd name="T21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22">
                  <a:moveTo>
                    <a:pt x="20" y="18"/>
                  </a:moveTo>
                  <a:cubicBezTo>
                    <a:pt x="18" y="19"/>
                    <a:pt x="15" y="21"/>
                    <a:pt x="12" y="21"/>
                  </a:cubicBezTo>
                  <a:cubicBezTo>
                    <a:pt x="7" y="21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4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1"/>
                    <a:pt x="15" y="0"/>
                    <a:pt x="11" y="0"/>
                  </a:cubicBezTo>
                  <a:cubicBezTo>
                    <a:pt x="4" y="0"/>
                    <a:pt x="0" y="5"/>
                    <a:pt x="0" y="11"/>
                  </a:cubicBezTo>
                  <a:cubicBezTo>
                    <a:pt x="0" y="18"/>
                    <a:pt x="6" y="22"/>
                    <a:pt x="11" y="22"/>
                  </a:cubicBezTo>
                  <a:cubicBezTo>
                    <a:pt x="14" y="22"/>
                    <a:pt x="17" y="21"/>
                    <a:pt x="19" y="20"/>
                  </a:cubicBezTo>
                  <a:lnTo>
                    <a:pt x="20" y="18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="" xmlns:a16="http://schemas.microsoft.com/office/drawing/2014/main" id="{BD3EB952-C2DA-442B-AC3D-D57295DA5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" y="48"/>
              <a:ext cx="4" cy="5"/>
            </a:xfrm>
            <a:custGeom>
              <a:avLst/>
              <a:gdLst>
                <a:gd name="T0" fmla="*/ 19 w 19"/>
                <a:gd name="T1" fmla="*/ 22 h 22"/>
                <a:gd name="T2" fmla="*/ 11 w 19"/>
                <a:gd name="T3" fmla="*/ 3 h 22"/>
                <a:gd name="T4" fmla="*/ 10 w 19"/>
                <a:gd name="T5" fmla="*/ 0 h 22"/>
                <a:gd name="T6" fmla="*/ 9 w 19"/>
                <a:gd name="T7" fmla="*/ 0 h 22"/>
                <a:gd name="T8" fmla="*/ 0 w 19"/>
                <a:gd name="T9" fmla="*/ 22 h 22"/>
                <a:gd name="T10" fmla="*/ 1 w 19"/>
                <a:gd name="T11" fmla="*/ 22 h 22"/>
                <a:gd name="T12" fmla="*/ 4 w 19"/>
                <a:gd name="T13" fmla="*/ 14 h 22"/>
                <a:gd name="T14" fmla="*/ 13 w 19"/>
                <a:gd name="T15" fmla="*/ 14 h 22"/>
                <a:gd name="T16" fmla="*/ 16 w 19"/>
                <a:gd name="T17" fmla="*/ 22 h 22"/>
                <a:gd name="T18" fmla="*/ 19 w 19"/>
                <a:gd name="T19" fmla="*/ 22 h 22"/>
                <a:gd name="T20" fmla="*/ 12 w 19"/>
                <a:gd name="T21" fmla="*/ 13 h 22"/>
                <a:gd name="T22" fmla="*/ 5 w 19"/>
                <a:gd name="T23" fmla="*/ 13 h 22"/>
                <a:gd name="T24" fmla="*/ 9 w 19"/>
                <a:gd name="T25" fmla="*/ 5 h 22"/>
                <a:gd name="T26" fmla="*/ 12 w 19"/>
                <a:gd name="T2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22">
                  <a:moveTo>
                    <a:pt x="19" y="22"/>
                  </a:moveTo>
                  <a:cubicBezTo>
                    <a:pt x="18" y="18"/>
                    <a:pt x="13" y="9"/>
                    <a:pt x="11" y="3"/>
                  </a:cubicBezTo>
                  <a:cubicBezTo>
                    <a:pt x="10" y="2"/>
                    <a:pt x="10" y="0"/>
                    <a:pt x="10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1" y="2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2"/>
                  </a:cubicBezTo>
                  <a:lnTo>
                    <a:pt x="19" y="22"/>
                  </a:lnTo>
                  <a:close/>
                  <a:moveTo>
                    <a:pt x="12" y="13"/>
                  </a:moveTo>
                  <a:cubicBezTo>
                    <a:pt x="5" y="13"/>
                    <a:pt x="5" y="13"/>
                    <a:pt x="5" y="13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6"/>
                    <a:pt x="11" y="10"/>
                    <a:pt x="12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="" xmlns:a16="http://schemas.microsoft.com/office/drawing/2014/main" id="{5A08D872-AB32-4FD0-A3CD-DBA5674C4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" y="48"/>
              <a:ext cx="5" cy="5"/>
            </a:xfrm>
            <a:custGeom>
              <a:avLst/>
              <a:gdLst>
                <a:gd name="T0" fmla="*/ 18 w 18"/>
                <a:gd name="T1" fmla="*/ 1 h 21"/>
                <a:gd name="T2" fmla="*/ 18 w 18"/>
                <a:gd name="T3" fmla="*/ 0 h 21"/>
                <a:gd name="T4" fmla="*/ 0 w 18"/>
                <a:gd name="T5" fmla="*/ 0 h 21"/>
                <a:gd name="T6" fmla="*/ 0 w 18"/>
                <a:gd name="T7" fmla="*/ 1 h 21"/>
                <a:gd name="T8" fmla="*/ 7 w 18"/>
                <a:gd name="T9" fmla="*/ 1 h 21"/>
                <a:gd name="T10" fmla="*/ 7 w 18"/>
                <a:gd name="T11" fmla="*/ 21 h 21"/>
                <a:gd name="T12" fmla="*/ 10 w 18"/>
                <a:gd name="T13" fmla="*/ 21 h 21"/>
                <a:gd name="T14" fmla="*/ 10 w 18"/>
                <a:gd name="T15" fmla="*/ 1 h 21"/>
                <a:gd name="T16" fmla="*/ 18 w 18"/>
                <a:gd name="T17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21">
                  <a:moveTo>
                    <a:pt x="18" y="1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6"/>
                    <a:pt x="7" y="19"/>
                    <a:pt x="7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15"/>
                    <a:pt x="10" y="7"/>
                    <a:pt x="10" y="1"/>
                  </a:cubicBezTo>
                  <a:lnTo>
                    <a:pt x="18" y="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A0DC56A3-D1E6-44AF-849F-A0DECF43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" y="48"/>
              <a:ext cx="1" cy="5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="" xmlns:a16="http://schemas.microsoft.com/office/drawing/2014/main" id="{F174D5EA-A6A8-49E6-B5C7-C1DC5DF2BB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" y="48"/>
              <a:ext cx="6" cy="5"/>
            </a:xfrm>
            <a:custGeom>
              <a:avLst/>
              <a:gdLst>
                <a:gd name="T0" fmla="*/ 24 w 24"/>
                <a:gd name="T1" fmla="*/ 11 h 22"/>
                <a:gd name="T2" fmla="*/ 12 w 24"/>
                <a:gd name="T3" fmla="*/ 0 h 22"/>
                <a:gd name="T4" fmla="*/ 0 w 24"/>
                <a:gd name="T5" fmla="*/ 11 h 22"/>
                <a:gd name="T6" fmla="*/ 12 w 24"/>
                <a:gd name="T7" fmla="*/ 22 h 22"/>
                <a:gd name="T8" fmla="*/ 24 w 24"/>
                <a:gd name="T9" fmla="*/ 11 h 22"/>
                <a:gd name="T10" fmla="*/ 20 w 24"/>
                <a:gd name="T11" fmla="*/ 11 h 22"/>
                <a:gd name="T12" fmla="*/ 12 w 24"/>
                <a:gd name="T13" fmla="*/ 20 h 22"/>
                <a:gd name="T14" fmla="*/ 3 w 24"/>
                <a:gd name="T15" fmla="*/ 11 h 22"/>
                <a:gd name="T16" fmla="*/ 12 w 24"/>
                <a:gd name="T17" fmla="*/ 2 h 22"/>
                <a:gd name="T18" fmla="*/ 20 w 24"/>
                <a:gd name="T19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2">
                  <a:moveTo>
                    <a:pt x="24" y="11"/>
                  </a:move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5" y="22"/>
                    <a:pt x="12" y="22"/>
                  </a:cubicBezTo>
                  <a:cubicBezTo>
                    <a:pt x="18" y="22"/>
                    <a:pt x="24" y="18"/>
                    <a:pt x="24" y="11"/>
                  </a:cubicBezTo>
                  <a:close/>
                  <a:moveTo>
                    <a:pt x="20" y="11"/>
                  </a:moveTo>
                  <a:cubicBezTo>
                    <a:pt x="20" y="16"/>
                    <a:pt x="17" y="20"/>
                    <a:pt x="12" y="20"/>
                  </a:cubicBezTo>
                  <a:cubicBezTo>
                    <a:pt x="7" y="20"/>
                    <a:pt x="3" y="17"/>
                    <a:pt x="3" y="11"/>
                  </a:cubicBezTo>
                  <a:cubicBezTo>
                    <a:pt x="3" y="7"/>
                    <a:pt x="6" y="2"/>
                    <a:pt x="12" y="2"/>
                  </a:cubicBezTo>
                  <a:cubicBezTo>
                    <a:pt x="18" y="2"/>
                    <a:pt x="20" y="7"/>
                    <a:pt x="20" y="1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="" xmlns:a16="http://schemas.microsoft.com/office/drawing/2014/main" id="{56FB706E-2920-499D-8147-03D7B5393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" y="48"/>
              <a:ext cx="4" cy="5"/>
            </a:xfrm>
            <a:custGeom>
              <a:avLst/>
              <a:gdLst>
                <a:gd name="T0" fmla="*/ 18 w 18"/>
                <a:gd name="T1" fmla="*/ 21 h 21"/>
                <a:gd name="T2" fmla="*/ 18 w 18"/>
                <a:gd name="T3" fmla="*/ 0 h 21"/>
                <a:gd name="T4" fmla="*/ 16 w 18"/>
                <a:gd name="T5" fmla="*/ 0 h 21"/>
                <a:gd name="T6" fmla="*/ 16 w 18"/>
                <a:gd name="T7" fmla="*/ 16 h 21"/>
                <a:gd name="T8" fmla="*/ 2 w 18"/>
                <a:gd name="T9" fmla="*/ 0 h 21"/>
                <a:gd name="T10" fmla="*/ 0 w 18"/>
                <a:gd name="T11" fmla="*/ 0 h 21"/>
                <a:gd name="T12" fmla="*/ 0 w 18"/>
                <a:gd name="T13" fmla="*/ 1 h 21"/>
                <a:gd name="T14" fmla="*/ 0 w 18"/>
                <a:gd name="T15" fmla="*/ 21 h 21"/>
                <a:gd name="T16" fmla="*/ 2 w 18"/>
                <a:gd name="T17" fmla="*/ 21 h 21"/>
                <a:gd name="T18" fmla="*/ 2 w 18"/>
                <a:gd name="T19" fmla="*/ 3 h 21"/>
                <a:gd name="T20" fmla="*/ 1 w 18"/>
                <a:gd name="T21" fmla="*/ 2 h 21"/>
                <a:gd name="T22" fmla="*/ 1 w 18"/>
                <a:gd name="T23" fmla="*/ 3 h 21"/>
                <a:gd name="T24" fmla="*/ 18 w 18"/>
                <a:gd name="T25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1">
                  <a:moveTo>
                    <a:pt x="18" y="21"/>
                  </a:moveTo>
                  <a:cubicBezTo>
                    <a:pt x="17" y="15"/>
                    <a:pt x="18" y="6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2"/>
                    <a:pt x="16" y="16"/>
                  </a:cubicBezTo>
                  <a:cubicBezTo>
                    <a:pt x="14" y="14"/>
                    <a:pt x="3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6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4"/>
                    <a:pt x="2" y="9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8"/>
                    <a:pt x="18" y="21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="" xmlns:a16="http://schemas.microsoft.com/office/drawing/2014/main" id="{B4E03EDA-DBAF-48F7-9C6B-A24BFE5E6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" y="41"/>
              <a:ext cx="6" cy="5"/>
            </a:xfrm>
            <a:custGeom>
              <a:avLst/>
              <a:gdLst>
                <a:gd name="T0" fmla="*/ 24 w 24"/>
                <a:gd name="T1" fmla="*/ 21 h 22"/>
                <a:gd name="T2" fmla="*/ 22 w 24"/>
                <a:gd name="T3" fmla="*/ 0 h 22"/>
                <a:gd name="T4" fmla="*/ 19 w 24"/>
                <a:gd name="T5" fmla="*/ 0 h 22"/>
                <a:gd name="T6" fmla="*/ 12 w 24"/>
                <a:gd name="T7" fmla="*/ 18 h 22"/>
                <a:gd name="T8" fmla="*/ 12 w 24"/>
                <a:gd name="T9" fmla="*/ 17 h 22"/>
                <a:gd name="T10" fmla="*/ 6 w 24"/>
                <a:gd name="T11" fmla="*/ 3 h 22"/>
                <a:gd name="T12" fmla="*/ 5 w 24"/>
                <a:gd name="T13" fmla="*/ 0 h 22"/>
                <a:gd name="T14" fmla="*/ 2 w 24"/>
                <a:gd name="T15" fmla="*/ 0 h 22"/>
                <a:gd name="T16" fmla="*/ 2 w 24"/>
                <a:gd name="T17" fmla="*/ 2 h 22"/>
                <a:gd name="T18" fmla="*/ 0 w 24"/>
                <a:gd name="T19" fmla="*/ 21 h 22"/>
                <a:gd name="T20" fmla="*/ 1 w 24"/>
                <a:gd name="T21" fmla="*/ 21 h 22"/>
                <a:gd name="T22" fmla="*/ 3 w 24"/>
                <a:gd name="T23" fmla="*/ 4 h 22"/>
                <a:gd name="T24" fmla="*/ 11 w 24"/>
                <a:gd name="T25" fmla="*/ 22 h 22"/>
                <a:gd name="T26" fmla="*/ 12 w 24"/>
                <a:gd name="T27" fmla="*/ 22 h 22"/>
                <a:gd name="T28" fmla="*/ 19 w 24"/>
                <a:gd name="T29" fmla="*/ 4 h 22"/>
                <a:gd name="T30" fmla="*/ 21 w 24"/>
                <a:gd name="T31" fmla="*/ 21 h 22"/>
                <a:gd name="T32" fmla="*/ 24 w 24"/>
                <a:gd name="T3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22">
                  <a:moveTo>
                    <a:pt x="24" y="21"/>
                  </a:moveTo>
                  <a:cubicBezTo>
                    <a:pt x="23" y="18"/>
                    <a:pt x="22" y="6"/>
                    <a:pt x="22" y="0"/>
                  </a:cubicBezTo>
                  <a:cubicBezTo>
                    <a:pt x="22" y="0"/>
                    <a:pt x="20" y="0"/>
                    <a:pt x="19" y="0"/>
                  </a:cubicBezTo>
                  <a:cubicBezTo>
                    <a:pt x="19" y="0"/>
                    <a:pt x="13" y="16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1" y="14"/>
                    <a:pt x="9" y="9"/>
                    <a:pt x="6" y="3"/>
                  </a:cubicBezTo>
                  <a:cubicBezTo>
                    <a:pt x="5" y="2"/>
                    <a:pt x="5" y="0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20" y="16"/>
                    <a:pt x="21" y="21"/>
                  </a:cubicBezTo>
                  <a:lnTo>
                    <a:pt x="24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="" xmlns:a16="http://schemas.microsoft.com/office/drawing/2014/main" id="{E1A856A6-79F0-465B-8F92-D07A4D97CE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" y="41"/>
              <a:ext cx="4" cy="4"/>
            </a:xfrm>
            <a:custGeom>
              <a:avLst/>
              <a:gdLst>
                <a:gd name="T0" fmla="*/ 20 w 20"/>
                <a:gd name="T1" fmla="*/ 21 h 21"/>
                <a:gd name="T2" fmla="*/ 11 w 20"/>
                <a:gd name="T3" fmla="*/ 2 h 21"/>
                <a:gd name="T4" fmla="*/ 10 w 20"/>
                <a:gd name="T5" fmla="*/ 0 h 21"/>
                <a:gd name="T6" fmla="*/ 10 w 20"/>
                <a:gd name="T7" fmla="*/ 0 h 21"/>
                <a:gd name="T8" fmla="*/ 0 w 20"/>
                <a:gd name="T9" fmla="*/ 21 h 21"/>
                <a:gd name="T10" fmla="*/ 2 w 20"/>
                <a:gd name="T11" fmla="*/ 21 h 21"/>
                <a:gd name="T12" fmla="*/ 5 w 20"/>
                <a:gd name="T13" fmla="*/ 14 h 21"/>
                <a:gd name="T14" fmla="*/ 13 w 20"/>
                <a:gd name="T15" fmla="*/ 14 h 21"/>
                <a:gd name="T16" fmla="*/ 16 w 20"/>
                <a:gd name="T17" fmla="*/ 21 h 21"/>
                <a:gd name="T18" fmla="*/ 20 w 20"/>
                <a:gd name="T19" fmla="*/ 21 h 21"/>
                <a:gd name="T20" fmla="*/ 13 w 20"/>
                <a:gd name="T21" fmla="*/ 13 h 21"/>
                <a:gd name="T22" fmla="*/ 6 w 20"/>
                <a:gd name="T23" fmla="*/ 13 h 21"/>
                <a:gd name="T24" fmla="*/ 9 w 20"/>
                <a:gd name="T25" fmla="*/ 4 h 21"/>
                <a:gd name="T26" fmla="*/ 13 w 20"/>
                <a:gd name="T27" fmla="*/ 13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21">
                  <a:moveTo>
                    <a:pt x="20" y="21"/>
                  </a:moveTo>
                  <a:cubicBezTo>
                    <a:pt x="18" y="18"/>
                    <a:pt x="14" y="9"/>
                    <a:pt x="11" y="2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2" y="2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7"/>
                    <a:pt x="15" y="19"/>
                    <a:pt x="16" y="21"/>
                  </a:cubicBezTo>
                  <a:lnTo>
                    <a:pt x="20" y="21"/>
                  </a:lnTo>
                  <a:close/>
                  <a:moveTo>
                    <a:pt x="13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6"/>
                    <a:pt x="11" y="9"/>
                    <a:pt x="13" y="13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="" xmlns:a16="http://schemas.microsoft.com/office/drawing/2014/main" id="{DD6F9E18-6F37-4558-A60E-A875B0052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" y="41"/>
              <a:ext cx="3" cy="4"/>
            </a:xfrm>
            <a:custGeom>
              <a:avLst/>
              <a:gdLst>
                <a:gd name="T0" fmla="*/ 15 w 15"/>
                <a:gd name="T1" fmla="*/ 21 h 21"/>
                <a:gd name="T2" fmla="*/ 9 w 15"/>
                <a:gd name="T3" fmla="*/ 11 h 21"/>
                <a:gd name="T4" fmla="*/ 13 w 15"/>
                <a:gd name="T5" fmla="*/ 6 h 21"/>
                <a:gd name="T6" fmla="*/ 5 w 15"/>
                <a:gd name="T7" fmla="*/ 0 h 21"/>
                <a:gd name="T8" fmla="*/ 0 w 15"/>
                <a:gd name="T9" fmla="*/ 0 h 21"/>
                <a:gd name="T10" fmla="*/ 0 w 15"/>
                <a:gd name="T11" fmla="*/ 21 h 21"/>
                <a:gd name="T12" fmla="*/ 3 w 15"/>
                <a:gd name="T13" fmla="*/ 21 h 21"/>
                <a:gd name="T14" fmla="*/ 3 w 15"/>
                <a:gd name="T15" fmla="*/ 2 h 21"/>
                <a:gd name="T16" fmla="*/ 4 w 15"/>
                <a:gd name="T17" fmla="*/ 2 h 21"/>
                <a:gd name="T18" fmla="*/ 10 w 15"/>
                <a:gd name="T19" fmla="*/ 6 h 21"/>
                <a:gd name="T20" fmla="*/ 4 w 15"/>
                <a:gd name="T21" fmla="*/ 11 h 21"/>
                <a:gd name="T22" fmla="*/ 3 w 15"/>
                <a:gd name="T23" fmla="*/ 12 h 21"/>
                <a:gd name="T24" fmla="*/ 6 w 15"/>
                <a:gd name="T25" fmla="*/ 12 h 21"/>
                <a:gd name="T26" fmla="*/ 11 w 15"/>
                <a:gd name="T27" fmla="*/ 21 h 21"/>
                <a:gd name="T28" fmla="*/ 15 w 15"/>
                <a:gd name="T2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1">
                  <a:moveTo>
                    <a:pt x="15" y="21"/>
                  </a:moveTo>
                  <a:cubicBezTo>
                    <a:pt x="12" y="18"/>
                    <a:pt x="10" y="14"/>
                    <a:pt x="9" y="11"/>
                  </a:cubicBezTo>
                  <a:cubicBezTo>
                    <a:pt x="11" y="11"/>
                    <a:pt x="13" y="9"/>
                    <a:pt x="13" y="6"/>
                  </a:cubicBezTo>
                  <a:cubicBezTo>
                    <a:pt x="13" y="3"/>
                    <a:pt x="10" y="0"/>
                    <a:pt x="5" y="0"/>
                  </a:cubicBezTo>
                  <a:cubicBezTo>
                    <a:pt x="5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8" y="2"/>
                    <a:pt x="10" y="4"/>
                    <a:pt x="10" y="6"/>
                  </a:cubicBezTo>
                  <a:cubicBezTo>
                    <a:pt x="10" y="9"/>
                    <a:pt x="8" y="11"/>
                    <a:pt x="4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4" y="12"/>
                    <a:pt x="5" y="12"/>
                    <a:pt x="6" y="12"/>
                  </a:cubicBezTo>
                  <a:cubicBezTo>
                    <a:pt x="7" y="15"/>
                    <a:pt x="10" y="20"/>
                    <a:pt x="11" y="21"/>
                  </a:cubicBezTo>
                  <a:lnTo>
                    <a:pt x="15" y="21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="" xmlns:a16="http://schemas.microsoft.com/office/drawing/2014/main" id="{E7D6D45B-1238-46B2-8E86-76FFB057E3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" y="41"/>
              <a:ext cx="5" cy="4"/>
            </a:xfrm>
            <a:custGeom>
              <a:avLst/>
              <a:gdLst>
                <a:gd name="T0" fmla="*/ 19 w 19"/>
                <a:gd name="T1" fmla="*/ 21 h 21"/>
                <a:gd name="T2" fmla="*/ 6 w 19"/>
                <a:gd name="T3" fmla="*/ 9 h 21"/>
                <a:gd name="T4" fmla="*/ 15 w 19"/>
                <a:gd name="T5" fmla="*/ 0 h 21"/>
                <a:gd name="T6" fmla="*/ 13 w 19"/>
                <a:gd name="T7" fmla="*/ 0 h 21"/>
                <a:gd name="T8" fmla="*/ 3 w 19"/>
                <a:gd name="T9" fmla="*/ 10 h 21"/>
                <a:gd name="T10" fmla="*/ 14 w 19"/>
                <a:gd name="T11" fmla="*/ 21 h 21"/>
                <a:gd name="T12" fmla="*/ 19 w 19"/>
                <a:gd name="T13" fmla="*/ 21 h 21"/>
                <a:gd name="T14" fmla="*/ 3 w 19"/>
                <a:gd name="T15" fmla="*/ 0 h 21"/>
                <a:gd name="T16" fmla="*/ 0 w 19"/>
                <a:gd name="T17" fmla="*/ 0 h 21"/>
                <a:gd name="T18" fmla="*/ 0 w 19"/>
                <a:gd name="T19" fmla="*/ 21 h 21"/>
                <a:gd name="T20" fmla="*/ 3 w 19"/>
                <a:gd name="T21" fmla="*/ 21 h 21"/>
                <a:gd name="T22" fmla="*/ 3 w 19"/>
                <a:gd name="T2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21">
                  <a:moveTo>
                    <a:pt x="19" y="21"/>
                  </a:moveTo>
                  <a:cubicBezTo>
                    <a:pt x="16" y="19"/>
                    <a:pt x="8" y="12"/>
                    <a:pt x="6" y="9"/>
                  </a:cubicBezTo>
                  <a:cubicBezTo>
                    <a:pt x="8" y="7"/>
                    <a:pt x="12" y="3"/>
                    <a:pt x="1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4" y="9"/>
                    <a:pt x="3" y="10"/>
                  </a:cubicBezTo>
                  <a:cubicBezTo>
                    <a:pt x="7" y="14"/>
                    <a:pt x="10" y="17"/>
                    <a:pt x="14" y="21"/>
                  </a:cubicBezTo>
                  <a:lnTo>
                    <a:pt x="19" y="21"/>
                  </a:lnTo>
                  <a:close/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4"/>
                    <a:pt x="0" y="19"/>
                    <a:pt x="0" y="21"/>
                  </a:cubicBezTo>
                  <a:cubicBezTo>
                    <a:pt x="0" y="21"/>
                    <a:pt x="2" y="21"/>
                    <a:pt x="3" y="21"/>
                  </a:cubicBezTo>
                  <a:cubicBezTo>
                    <a:pt x="3" y="15"/>
                    <a:pt x="3" y="6"/>
                    <a:pt x="3" y="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="" xmlns:a16="http://schemas.microsoft.com/office/drawing/2014/main" id="{99905E48-4CD8-4B52-BEEC-9B60A3166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" y="41"/>
              <a:ext cx="3" cy="4"/>
            </a:xfrm>
            <a:custGeom>
              <a:avLst/>
              <a:gdLst>
                <a:gd name="T0" fmla="*/ 14 w 14"/>
                <a:gd name="T1" fmla="*/ 20 h 21"/>
                <a:gd name="T2" fmla="*/ 3 w 14"/>
                <a:gd name="T3" fmla="*/ 20 h 21"/>
                <a:gd name="T4" fmla="*/ 3 w 14"/>
                <a:gd name="T5" fmla="*/ 11 h 21"/>
                <a:gd name="T6" fmla="*/ 11 w 14"/>
                <a:gd name="T7" fmla="*/ 12 h 21"/>
                <a:gd name="T8" fmla="*/ 11 w 14"/>
                <a:gd name="T9" fmla="*/ 10 h 21"/>
                <a:gd name="T10" fmla="*/ 3 w 14"/>
                <a:gd name="T11" fmla="*/ 10 h 21"/>
                <a:gd name="T12" fmla="*/ 3 w 14"/>
                <a:gd name="T13" fmla="*/ 10 h 21"/>
                <a:gd name="T14" fmla="*/ 3 w 14"/>
                <a:gd name="T15" fmla="*/ 10 h 21"/>
                <a:gd name="T16" fmla="*/ 3 w 14"/>
                <a:gd name="T17" fmla="*/ 9 h 21"/>
                <a:gd name="T18" fmla="*/ 3 w 14"/>
                <a:gd name="T19" fmla="*/ 6 h 21"/>
                <a:gd name="T20" fmla="*/ 3 w 14"/>
                <a:gd name="T21" fmla="*/ 2 h 21"/>
                <a:gd name="T22" fmla="*/ 3 w 14"/>
                <a:gd name="T23" fmla="*/ 2 h 21"/>
                <a:gd name="T24" fmla="*/ 4 w 14"/>
                <a:gd name="T25" fmla="*/ 2 h 21"/>
                <a:gd name="T26" fmla="*/ 7 w 14"/>
                <a:gd name="T27" fmla="*/ 2 h 21"/>
                <a:gd name="T28" fmla="*/ 12 w 14"/>
                <a:gd name="T29" fmla="*/ 2 h 21"/>
                <a:gd name="T30" fmla="*/ 12 w 14"/>
                <a:gd name="T31" fmla="*/ 0 h 21"/>
                <a:gd name="T32" fmla="*/ 0 w 14"/>
                <a:gd name="T33" fmla="*/ 0 h 21"/>
                <a:gd name="T34" fmla="*/ 0 w 14"/>
                <a:gd name="T35" fmla="*/ 21 h 21"/>
                <a:gd name="T36" fmla="*/ 13 w 14"/>
                <a:gd name="T37" fmla="*/ 21 h 21"/>
                <a:gd name="T38" fmla="*/ 14 w 14"/>
                <a:gd name="T3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1">
                  <a:moveTo>
                    <a:pt x="14" y="20"/>
                  </a:moveTo>
                  <a:cubicBezTo>
                    <a:pt x="12" y="20"/>
                    <a:pt x="5" y="20"/>
                    <a:pt x="3" y="2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6" y="11"/>
                    <a:pt x="9" y="11"/>
                    <a:pt x="11" y="12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9" y="10"/>
                    <a:pt x="5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3" y="21"/>
                    <a:pt x="13" y="21"/>
                    <a:pt x="13" y="21"/>
                  </a:cubicBezTo>
                  <a:lnTo>
                    <a:pt x="14" y="20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="" xmlns:a16="http://schemas.microsoft.com/office/drawing/2014/main" id="{358AC963-CBB9-419C-A360-A07452EF3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" y="41"/>
              <a:ext cx="4" cy="4"/>
            </a:xfrm>
            <a:custGeom>
              <a:avLst/>
              <a:gdLst>
                <a:gd name="T0" fmla="*/ 19 w 19"/>
                <a:gd name="T1" fmla="*/ 2 h 21"/>
                <a:gd name="T2" fmla="*/ 19 w 19"/>
                <a:gd name="T3" fmla="*/ 0 h 21"/>
                <a:gd name="T4" fmla="*/ 1 w 19"/>
                <a:gd name="T5" fmla="*/ 0 h 21"/>
                <a:gd name="T6" fmla="*/ 0 w 19"/>
                <a:gd name="T7" fmla="*/ 2 h 21"/>
                <a:gd name="T8" fmla="*/ 8 w 19"/>
                <a:gd name="T9" fmla="*/ 2 h 21"/>
                <a:gd name="T10" fmla="*/ 8 w 19"/>
                <a:gd name="T11" fmla="*/ 21 h 21"/>
                <a:gd name="T12" fmla="*/ 11 w 19"/>
                <a:gd name="T13" fmla="*/ 21 h 21"/>
                <a:gd name="T14" fmla="*/ 11 w 19"/>
                <a:gd name="T15" fmla="*/ 2 h 21"/>
                <a:gd name="T16" fmla="*/ 19 w 19"/>
                <a:gd name="T17" fmla="*/ 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1">
                  <a:moveTo>
                    <a:pt x="19" y="2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" y="0"/>
                    <a:pt x="1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7"/>
                    <a:pt x="8" y="19"/>
                    <a:pt x="8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15"/>
                    <a:pt x="11" y="7"/>
                    <a:pt x="11" y="2"/>
                  </a:cubicBezTo>
                  <a:lnTo>
                    <a:pt x="19" y="2"/>
                  </a:ln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="" xmlns:a16="http://schemas.microsoft.com/office/drawing/2014/main" id="{06E3510C-CA7A-4A2D-99BD-2371051DC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41"/>
              <a:ext cx="1" cy="4"/>
            </a:xfrm>
            <a:prstGeom prst="rect">
              <a:avLst/>
            </a:pr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="" xmlns:a16="http://schemas.microsoft.com/office/drawing/2014/main" id="{B98A6734-50BA-4795-8FE8-A2513F963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" y="41"/>
              <a:ext cx="4" cy="5"/>
            </a:xfrm>
            <a:custGeom>
              <a:avLst/>
              <a:gdLst>
                <a:gd name="T0" fmla="*/ 18 w 18"/>
                <a:gd name="T1" fmla="*/ 22 h 22"/>
                <a:gd name="T2" fmla="*/ 17 w 18"/>
                <a:gd name="T3" fmla="*/ 0 h 22"/>
                <a:gd name="T4" fmla="*/ 16 w 18"/>
                <a:gd name="T5" fmla="*/ 0 h 22"/>
                <a:gd name="T6" fmla="*/ 16 w 18"/>
                <a:gd name="T7" fmla="*/ 17 h 22"/>
                <a:gd name="T8" fmla="*/ 2 w 18"/>
                <a:gd name="T9" fmla="*/ 0 h 22"/>
                <a:gd name="T10" fmla="*/ 0 w 18"/>
                <a:gd name="T11" fmla="*/ 0 h 22"/>
                <a:gd name="T12" fmla="*/ 0 w 18"/>
                <a:gd name="T13" fmla="*/ 2 h 22"/>
                <a:gd name="T14" fmla="*/ 0 w 18"/>
                <a:gd name="T15" fmla="*/ 21 h 22"/>
                <a:gd name="T16" fmla="*/ 2 w 18"/>
                <a:gd name="T17" fmla="*/ 21 h 22"/>
                <a:gd name="T18" fmla="*/ 2 w 18"/>
                <a:gd name="T19" fmla="*/ 4 h 22"/>
                <a:gd name="T20" fmla="*/ 1 w 18"/>
                <a:gd name="T21" fmla="*/ 3 h 22"/>
                <a:gd name="T22" fmla="*/ 1 w 18"/>
                <a:gd name="T23" fmla="*/ 3 h 22"/>
                <a:gd name="T24" fmla="*/ 18 w 18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2">
                  <a:moveTo>
                    <a:pt x="18" y="22"/>
                  </a:moveTo>
                  <a:cubicBezTo>
                    <a:pt x="17" y="16"/>
                    <a:pt x="17" y="6"/>
                    <a:pt x="1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"/>
                    <a:pt x="16" y="13"/>
                    <a:pt x="16" y="17"/>
                  </a:cubicBezTo>
                  <a:cubicBezTo>
                    <a:pt x="14" y="15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7"/>
                    <a:pt x="0" y="19"/>
                    <a:pt x="0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5"/>
                    <a:pt x="2" y="10"/>
                    <a:pt x="2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5" y="19"/>
                    <a:pt x="18" y="22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="" xmlns:a16="http://schemas.microsoft.com/office/drawing/2014/main" id="{77A7F158-5234-4641-9BBB-B6CE51745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" y="41"/>
              <a:ext cx="5" cy="5"/>
            </a:xfrm>
            <a:custGeom>
              <a:avLst/>
              <a:gdLst>
                <a:gd name="T0" fmla="*/ 20 w 20"/>
                <a:gd name="T1" fmla="*/ 20 h 22"/>
                <a:gd name="T2" fmla="*/ 20 w 20"/>
                <a:gd name="T3" fmla="*/ 12 h 22"/>
                <a:gd name="T4" fmla="*/ 17 w 20"/>
                <a:gd name="T5" fmla="*/ 12 h 22"/>
                <a:gd name="T6" fmla="*/ 17 w 20"/>
                <a:gd name="T7" fmla="*/ 19 h 22"/>
                <a:gd name="T8" fmla="*/ 13 w 20"/>
                <a:gd name="T9" fmla="*/ 20 h 22"/>
                <a:gd name="T10" fmla="*/ 4 w 20"/>
                <a:gd name="T11" fmla="*/ 11 h 22"/>
                <a:gd name="T12" fmla="*/ 12 w 20"/>
                <a:gd name="T13" fmla="*/ 2 h 22"/>
                <a:gd name="T14" fmla="*/ 19 w 20"/>
                <a:gd name="T15" fmla="*/ 5 h 22"/>
                <a:gd name="T16" fmla="*/ 20 w 20"/>
                <a:gd name="T17" fmla="*/ 3 h 22"/>
                <a:gd name="T18" fmla="*/ 12 w 20"/>
                <a:gd name="T19" fmla="*/ 0 h 22"/>
                <a:gd name="T20" fmla="*/ 0 w 20"/>
                <a:gd name="T21" fmla="*/ 11 h 22"/>
                <a:gd name="T22" fmla="*/ 12 w 20"/>
                <a:gd name="T23" fmla="*/ 22 h 22"/>
                <a:gd name="T24" fmla="*/ 20 w 20"/>
                <a:gd name="T25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2">
                  <a:moveTo>
                    <a:pt x="20" y="2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20"/>
                    <a:pt x="14" y="20"/>
                    <a:pt x="13" y="20"/>
                  </a:cubicBezTo>
                  <a:cubicBezTo>
                    <a:pt x="7" y="20"/>
                    <a:pt x="4" y="17"/>
                    <a:pt x="4" y="11"/>
                  </a:cubicBezTo>
                  <a:cubicBezTo>
                    <a:pt x="4" y="7"/>
                    <a:pt x="6" y="2"/>
                    <a:pt x="12" y="2"/>
                  </a:cubicBezTo>
                  <a:cubicBezTo>
                    <a:pt x="15" y="2"/>
                    <a:pt x="17" y="2"/>
                    <a:pt x="19" y="5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8" y="1"/>
                    <a:pt x="15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8"/>
                    <a:pt x="6" y="22"/>
                    <a:pt x="12" y="22"/>
                  </a:cubicBezTo>
                  <a:cubicBezTo>
                    <a:pt x="14" y="22"/>
                    <a:pt x="18" y="21"/>
                    <a:pt x="20" y="2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="" xmlns:a16="http://schemas.microsoft.com/office/drawing/2014/main" id="{18A3825B-16FA-4E0B-AF92-81ECD25C90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126" cy="36"/>
            </a:xfrm>
            <a:custGeom>
              <a:avLst/>
              <a:gdLst>
                <a:gd name="T0" fmla="*/ 429 w 536"/>
                <a:gd name="T1" fmla="*/ 29 h 151"/>
                <a:gd name="T2" fmla="*/ 421 w 536"/>
                <a:gd name="T3" fmla="*/ 113 h 151"/>
                <a:gd name="T4" fmla="*/ 337 w 536"/>
                <a:gd name="T5" fmla="*/ 29 h 151"/>
                <a:gd name="T6" fmla="*/ 338 w 536"/>
                <a:gd name="T7" fmla="*/ 138 h 151"/>
                <a:gd name="T8" fmla="*/ 347 w 536"/>
                <a:gd name="T9" fmla="*/ 48 h 151"/>
                <a:gd name="T10" fmla="*/ 500 w 536"/>
                <a:gd name="T11" fmla="*/ 94 h 151"/>
                <a:gd name="T12" fmla="*/ 482 w 536"/>
                <a:gd name="T13" fmla="*/ 50 h 151"/>
                <a:gd name="T14" fmla="*/ 536 w 536"/>
                <a:gd name="T15" fmla="*/ 138 h 151"/>
                <a:gd name="T16" fmla="*/ 488 w 536"/>
                <a:gd name="T17" fmla="*/ 28 h 151"/>
                <a:gd name="T18" fmla="*/ 436 w 536"/>
                <a:gd name="T19" fmla="*/ 138 h 151"/>
                <a:gd name="T20" fmla="*/ 460 w 536"/>
                <a:gd name="T21" fmla="*/ 101 h 151"/>
                <a:gd name="T22" fmla="*/ 519 w 536"/>
                <a:gd name="T23" fmla="*/ 138 h 151"/>
                <a:gd name="T24" fmla="*/ 322 w 536"/>
                <a:gd name="T25" fmla="*/ 142 h 151"/>
                <a:gd name="T26" fmla="*/ 314 w 536"/>
                <a:gd name="T27" fmla="*/ 29 h 151"/>
                <a:gd name="T28" fmla="*/ 239 w 536"/>
                <a:gd name="T29" fmla="*/ 29 h 151"/>
                <a:gd name="T30" fmla="*/ 231 w 536"/>
                <a:gd name="T31" fmla="*/ 39 h 151"/>
                <a:gd name="T32" fmla="*/ 239 w 536"/>
                <a:gd name="T33" fmla="*/ 138 h 151"/>
                <a:gd name="T34" fmla="*/ 322 w 536"/>
                <a:gd name="T35" fmla="*/ 142 h 151"/>
                <a:gd name="T36" fmla="*/ 167 w 536"/>
                <a:gd name="T37" fmla="*/ 131 h 151"/>
                <a:gd name="T38" fmla="*/ 206 w 536"/>
                <a:gd name="T39" fmla="*/ 87 h 151"/>
                <a:gd name="T40" fmla="*/ 167 w 536"/>
                <a:gd name="T41" fmla="*/ 81 h 151"/>
                <a:gd name="T42" fmla="*/ 167 w 536"/>
                <a:gd name="T43" fmla="*/ 79 h 151"/>
                <a:gd name="T44" fmla="*/ 167 w 536"/>
                <a:gd name="T45" fmla="*/ 58 h 151"/>
                <a:gd name="T46" fmla="*/ 172 w 536"/>
                <a:gd name="T47" fmla="*/ 36 h 151"/>
                <a:gd name="T48" fmla="*/ 214 w 536"/>
                <a:gd name="T49" fmla="*/ 37 h 151"/>
                <a:gd name="T50" fmla="*/ 152 w 536"/>
                <a:gd name="T51" fmla="*/ 29 h 151"/>
                <a:gd name="T52" fmla="*/ 218 w 536"/>
                <a:gd name="T53" fmla="*/ 138 h 151"/>
                <a:gd name="T54" fmla="*/ 132 w 536"/>
                <a:gd name="T55" fmla="*/ 140 h 151"/>
                <a:gd name="T56" fmla="*/ 116 w 536"/>
                <a:gd name="T57" fmla="*/ 85 h 151"/>
                <a:gd name="T58" fmla="*/ 83 w 536"/>
                <a:gd name="T59" fmla="*/ 146 h 151"/>
                <a:gd name="T60" fmla="*/ 80 w 536"/>
                <a:gd name="T61" fmla="*/ 7 h 151"/>
                <a:gd name="T62" fmla="*/ 132 w 536"/>
                <a:gd name="T63" fmla="*/ 17 h 151"/>
                <a:gd name="T64" fmla="*/ 0 w 536"/>
                <a:gd name="T65" fmla="*/ 78 h 151"/>
                <a:gd name="T66" fmla="*/ 132 w 536"/>
                <a:gd name="T67" fmla="*/ 14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36" h="151">
                  <a:moveTo>
                    <a:pt x="430" y="142"/>
                  </a:moveTo>
                  <a:cubicBezTo>
                    <a:pt x="428" y="108"/>
                    <a:pt x="429" y="61"/>
                    <a:pt x="429" y="29"/>
                  </a:cubicBezTo>
                  <a:cubicBezTo>
                    <a:pt x="421" y="29"/>
                    <a:pt x="421" y="29"/>
                    <a:pt x="421" y="29"/>
                  </a:cubicBezTo>
                  <a:cubicBezTo>
                    <a:pt x="421" y="45"/>
                    <a:pt x="421" y="96"/>
                    <a:pt x="421" y="113"/>
                  </a:cubicBezTo>
                  <a:cubicBezTo>
                    <a:pt x="412" y="103"/>
                    <a:pt x="353" y="38"/>
                    <a:pt x="347" y="29"/>
                  </a:cubicBezTo>
                  <a:cubicBezTo>
                    <a:pt x="337" y="29"/>
                    <a:pt x="337" y="29"/>
                    <a:pt x="337" y="29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39" y="62"/>
                    <a:pt x="338" y="128"/>
                    <a:pt x="338" y="138"/>
                  </a:cubicBezTo>
                  <a:cubicBezTo>
                    <a:pt x="347" y="138"/>
                    <a:pt x="347" y="138"/>
                    <a:pt x="347" y="138"/>
                  </a:cubicBezTo>
                  <a:cubicBezTo>
                    <a:pt x="347" y="48"/>
                    <a:pt x="347" y="48"/>
                    <a:pt x="347" y="48"/>
                  </a:cubicBezTo>
                  <a:cubicBezTo>
                    <a:pt x="347" y="48"/>
                    <a:pt x="415" y="127"/>
                    <a:pt x="430" y="142"/>
                  </a:cubicBezTo>
                  <a:close/>
                  <a:moveTo>
                    <a:pt x="500" y="94"/>
                  </a:moveTo>
                  <a:cubicBezTo>
                    <a:pt x="463" y="94"/>
                    <a:pt x="463" y="94"/>
                    <a:pt x="463" y="94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5" y="57"/>
                    <a:pt x="493" y="77"/>
                    <a:pt x="500" y="94"/>
                  </a:cubicBezTo>
                  <a:close/>
                  <a:moveTo>
                    <a:pt x="536" y="138"/>
                  </a:moveTo>
                  <a:cubicBezTo>
                    <a:pt x="528" y="121"/>
                    <a:pt x="507" y="74"/>
                    <a:pt x="492" y="40"/>
                  </a:cubicBezTo>
                  <a:cubicBezTo>
                    <a:pt x="491" y="35"/>
                    <a:pt x="488" y="28"/>
                    <a:pt x="488" y="28"/>
                  </a:cubicBezTo>
                  <a:cubicBezTo>
                    <a:pt x="485" y="28"/>
                    <a:pt x="485" y="28"/>
                    <a:pt x="485" y="28"/>
                  </a:cubicBezTo>
                  <a:cubicBezTo>
                    <a:pt x="436" y="138"/>
                    <a:pt x="436" y="138"/>
                    <a:pt x="436" y="138"/>
                  </a:cubicBezTo>
                  <a:cubicBezTo>
                    <a:pt x="444" y="138"/>
                    <a:pt x="444" y="138"/>
                    <a:pt x="444" y="138"/>
                  </a:cubicBezTo>
                  <a:cubicBezTo>
                    <a:pt x="460" y="101"/>
                    <a:pt x="460" y="101"/>
                    <a:pt x="460" y="101"/>
                  </a:cubicBezTo>
                  <a:cubicBezTo>
                    <a:pt x="503" y="101"/>
                    <a:pt x="503" y="101"/>
                    <a:pt x="503" y="101"/>
                  </a:cubicBezTo>
                  <a:cubicBezTo>
                    <a:pt x="509" y="113"/>
                    <a:pt x="515" y="127"/>
                    <a:pt x="519" y="138"/>
                  </a:cubicBezTo>
                  <a:lnTo>
                    <a:pt x="536" y="138"/>
                  </a:lnTo>
                  <a:close/>
                  <a:moveTo>
                    <a:pt x="322" y="142"/>
                  </a:moveTo>
                  <a:cubicBezTo>
                    <a:pt x="321" y="108"/>
                    <a:pt x="322" y="61"/>
                    <a:pt x="322" y="29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4" y="45"/>
                    <a:pt x="314" y="96"/>
                    <a:pt x="314" y="113"/>
                  </a:cubicBezTo>
                  <a:cubicBezTo>
                    <a:pt x="305" y="103"/>
                    <a:pt x="246" y="38"/>
                    <a:pt x="239" y="29"/>
                  </a:cubicBezTo>
                  <a:cubicBezTo>
                    <a:pt x="230" y="29"/>
                    <a:pt x="230" y="29"/>
                    <a:pt x="230" y="29"/>
                  </a:cubicBezTo>
                  <a:cubicBezTo>
                    <a:pt x="231" y="39"/>
                    <a:pt x="231" y="39"/>
                    <a:pt x="231" y="39"/>
                  </a:cubicBezTo>
                  <a:cubicBezTo>
                    <a:pt x="232" y="62"/>
                    <a:pt x="231" y="128"/>
                    <a:pt x="231" y="138"/>
                  </a:cubicBezTo>
                  <a:cubicBezTo>
                    <a:pt x="239" y="138"/>
                    <a:pt x="239" y="138"/>
                    <a:pt x="239" y="13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39" y="48"/>
                    <a:pt x="308" y="127"/>
                    <a:pt x="322" y="142"/>
                  </a:cubicBezTo>
                  <a:close/>
                  <a:moveTo>
                    <a:pt x="221" y="130"/>
                  </a:moveTo>
                  <a:cubicBezTo>
                    <a:pt x="212" y="131"/>
                    <a:pt x="174" y="131"/>
                    <a:pt x="167" y="131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82" y="86"/>
                    <a:pt x="195" y="87"/>
                    <a:pt x="206" y="87"/>
                  </a:cubicBezTo>
                  <a:cubicBezTo>
                    <a:pt x="206" y="78"/>
                    <a:pt x="206" y="78"/>
                    <a:pt x="206" y="78"/>
                  </a:cubicBezTo>
                  <a:cubicBezTo>
                    <a:pt x="195" y="80"/>
                    <a:pt x="174" y="80"/>
                    <a:pt x="167" y="81"/>
                  </a:cubicBezTo>
                  <a:cubicBezTo>
                    <a:pt x="167" y="80"/>
                    <a:pt x="167" y="80"/>
                    <a:pt x="167" y="80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7" y="74"/>
                    <a:pt x="167" y="74"/>
                    <a:pt x="167" y="74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96" y="36"/>
                    <a:pt x="207" y="37"/>
                    <a:pt x="214" y="37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138"/>
                    <a:pt x="152" y="138"/>
                    <a:pt x="152" y="138"/>
                  </a:cubicBezTo>
                  <a:cubicBezTo>
                    <a:pt x="218" y="138"/>
                    <a:pt x="218" y="138"/>
                    <a:pt x="218" y="138"/>
                  </a:cubicBezTo>
                  <a:lnTo>
                    <a:pt x="221" y="130"/>
                  </a:lnTo>
                  <a:close/>
                  <a:moveTo>
                    <a:pt x="132" y="140"/>
                  </a:moveTo>
                  <a:cubicBezTo>
                    <a:pt x="132" y="85"/>
                    <a:pt x="132" y="85"/>
                    <a:pt x="132" y="85"/>
                  </a:cubicBezTo>
                  <a:cubicBezTo>
                    <a:pt x="116" y="85"/>
                    <a:pt x="116" y="85"/>
                    <a:pt x="116" y="85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05" y="141"/>
                    <a:pt x="93" y="146"/>
                    <a:pt x="83" y="146"/>
                  </a:cubicBezTo>
                  <a:cubicBezTo>
                    <a:pt x="46" y="146"/>
                    <a:pt x="19" y="120"/>
                    <a:pt x="19" y="78"/>
                  </a:cubicBezTo>
                  <a:cubicBezTo>
                    <a:pt x="19" y="44"/>
                    <a:pt x="38" y="7"/>
                    <a:pt x="80" y="7"/>
                  </a:cubicBezTo>
                  <a:cubicBezTo>
                    <a:pt x="97" y="7"/>
                    <a:pt x="113" y="10"/>
                    <a:pt x="126" y="31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15" y="5"/>
                    <a:pt x="98" y="0"/>
                    <a:pt x="76" y="0"/>
                  </a:cubicBezTo>
                  <a:cubicBezTo>
                    <a:pt x="29" y="0"/>
                    <a:pt x="0" y="36"/>
                    <a:pt x="0" y="78"/>
                  </a:cubicBezTo>
                  <a:cubicBezTo>
                    <a:pt x="0" y="127"/>
                    <a:pt x="40" y="151"/>
                    <a:pt x="78" y="151"/>
                  </a:cubicBezTo>
                  <a:cubicBezTo>
                    <a:pt x="93" y="151"/>
                    <a:pt x="118" y="146"/>
                    <a:pt x="132" y="140"/>
                  </a:cubicBezTo>
                  <a:close/>
                </a:path>
              </a:pathLst>
            </a:custGeom>
            <a:solidFill>
              <a:srgbClr val="4563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="" xmlns:a16="http://schemas.microsoft.com/office/drawing/2014/main" id="{5FCB8D8D-1BC1-41EE-AA1C-B379B1614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406" y="5272266"/>
            <a:ext cx="2557670" cy="191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0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37</Words>
  <Application>Microsoft Macintosh PowerPoint</Application>
  <PresentationFormat>Другой</PresentationFormat>
  <Paragraphs>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Office Theme</vt:lpstr>
      <vt:lpstr>Yenilənmiş SANTA FE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 Yeni Elantra</dc:title>
  <dc:creator>Selim</dc:creator>
  <cp:lastModifiedBy>Araz Selim</cp:lastModifiedBy>
  <cp:revision>27</cp:revision>
  <dcterms:created xsi:type="dcterms:W3CDTF">2020-10-20T21:25:52Z</dcterms:created>
  <dcterms:modified xsi:type="dcterms:W3CDTF">2021-04-08T09:46:00Z</dcterms:modified>
</cp:coreProperties>
</file>