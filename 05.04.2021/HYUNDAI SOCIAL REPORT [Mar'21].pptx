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330" r:id="rId3"/>
    <p:sldId id="337" r:id="rId4"/>
    <p:sldId id="339" r:id="rId5"/>
    <p:sldId id="340" r:id="rId6"/>
    <p:sldId id="268" r:id="rId7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77" autoAdjust="0"/>
    <p:restoredTop sz="94660"/>
  </p:normalViewPr>
  <p:slideViewPr>
    <p:cSldViewPr>
      <p:cViewPr varScale="1">
        <p:scale>
          <a:sx n="74" d="100"/>
          <a:sy n="74" d="100"/>
        </p:scale>
        <p:origin x="1243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6.5907480314960784E-2"/>
          <c:y val="3.0923720597345043E-2"/>
          <c:w val="0.92298140857392863"/>
          <c:h val="0.868068156523813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5"/>
            </a:solidFill>
            <a:ln w="9525" cap="flat" cmpd="sng" algn="ctr">
              <a:solidFill>
                <a:schemeClr val="lt1">
                  <a:shade val="95000"/>
                  <a:satMod val="105000"/>
                </a:schemeClr>
              </a:solidFill>
              <a:prstDash val="solid"/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Lbls>
            <c:dLbl>
              <c:idx val="0"/>
              <c:layout>
                <c:manualLayout>
                  <c:x val="1.3480958932178093E-2"/>
                  <c:y val="-1.951773051943974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598-46FC-A040-63E910FC9CB3}"/>
                </c:ext>
              </c:extLst>
            </c:dLbl>
            <c:dLbl>
              <c:idx val="1"/>
              <c:layout>
                <c:manualLayout>
                  <c:x val="0"/>
                  <c:y val="1.652046783625724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598-46FC-A040-63E910FC9CB3}"/>
                </c:ext>
              </c:extLst>
            </c:dLbl>
            <c:dLbl>
              <c:idx val="2"/>
              <c:layout>
                <c:manualLayout>
                  <c:x val="1.3888888888888941E-3"/>
                  <c:y val="1.359649122807018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598-46FC-A040-63E910FC9CB3}"/>
                </c:ext>
              </c:extLst>
            </c:dLbl>
            <c:dLbl>
              <c:idx val="3"/>
              <c:layout>
                <c:manualLayout>
                  <c:x val="0"/>
                  <c:y val="1.900584795321532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598-46FC-A040-63E910FC9CB3}"/>
                </c:ext>
              </c:extLst>
            </c:dLbl>
            <c:dLbl>
              <c:idx val="4"/>
              <c:layout>
                <c:manualLayout>
                  <c:x val="-1.0936132983377112E-7"/>
                  <c:y val="4.824561403508772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598-46FC-A040-63E910FC9CB3}"/>
                </c:ext>
              </c:extLst>
            </c:dLbl>
            <c:dLbl>
              <c:idx val="5"/>
              <c:layout>
                <c:manualLayout>
                  <c:x val="-2.7777777777778924E-3"/>
                  <c:y val="1.067251461988308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598-46FC-A040-63E910FC9CB3}"/>
                </c:ext>
              </c:extLst>
            </c:dLbl>
            <c:dLbl>
              <c:idx val="6"/>
              <c:layout>
                <c:manualLayout>
                  <c:x val="-5.5555555555554465E-3"/>
                  <c:y val="1.067251461988308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598-46FC-A040-63E910FC9CB3}"/>
                </c:ext>
              </c:extLst>
            </c:dLbl>
            <c:dLbl>
              <c:idx val="7"/>
              <c:layout>
                <c:manualLayout>
                  <c:x val="1.3888888888888941E-3"/>
                  <c:y val="-1.023391812865494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598-46FC-A040-63E910FC9CB3}"/>
                </c:ext>
              </c:extLst>
            </c:dLbl>
            <c:dLbl>
              <c:idx val="8"/>
              <c:layout>
                <c:manualLayout>
                  <c:x val="-1.0185067526416077E-16"/>
                  <c:y val="1.652046783625746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598-46FC-A040-63E910FC9CB3}"/>
                </c:ext>
              </c:extLst>
            </c:dLbl>
            <c:dLbl>
              <c:idx val="9"/>
              <c:layout>
                <c:manualLayout>
                  <c:x val="-1.3888888888889945E-3"/>
                  <c:y val="1.067251461988308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598-46FC-A040-63E910FC9CB3}"/>
                </c:ext>
              </c:extLst>
            </c:dLbl>
            <c:dLbl>
              <c:idx val="10"/>
              <c:layout>
                <c:manualLayout>
                  <c:x val="-1.3888888888887929E-3"/>
                  <c:y val="1.226495726495726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598-46FC-A040-63E910FC9CB3}"/>
                </c:ext>
              </c:extLst>
            </c:dLbl>
            <c:dLbl>
              <c:idx val="11"/>
              <c:layout>
                <c:manualLayout>
                  <c:x val="0"/>
                  <c:y val="-0.1081081464524888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598-46FC-A040-63E910FC9CB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en-US" sz="1100" b="0" i="0" u="none" strike="noStrike" kern="1200" baseline="0">
                    <a:solidFill>
                      <a:schemeClr val="tx1"/>
                    </a:solidFill>
                    <a:latin typeface="Century Gothic" pitchFamily="34" charset="0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Tabelle1!$A$2:$A$3</c:f>
              <c:strCache>
                <c:ptCount val="2"/>
                <c:pt idx="0">
                  <c:v>Facebook</c:v>
                </c:pt>
                <c:pt idx="1">
                  <c:v>Instagram</c:v>
                </c:pt>
              </c:strCache>
            </c:strRef>
          </c:cat>
          <c:val>
            <c:numRef>
              <c:f>Tabelle1!$B$2:$B$3</c:f>
              <c:numCache>
                <c:formatCode>0%</c:formatCode>
                <c:ptCount val="2"/>
                <c:pt idx="0">
                  <c:v>0.51086956521739135</c:v>
                </c:pt>
                <c:pt idx="1">
                  <c:v>0.4891304347826087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598-46FC-A040-63E910FC9C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-434108464"/>
        <c:axId val="-434107920"/>
      </c:barChart>
      <c:catAx>
        <c:axId val="-43410846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/>
                </a:solidFill>
                <a:latin typeface="Century Gothic" pitchFamily="34" charset="0"/>
                <a:ea typeface="+mn-ea"/>
                <a:cs typeface="+mn-cs"/>
              </a:defRPr>
            </a:pPr>
            <a:endParaRPr lang="en-US"/>
          </a:p>
        </c:txPr>
        <c:crossAx val="-434107920"/>
        <c:crosses val="autoZero"/>
        <c:auto val="1"/>
        <c:lblAlgn val="ctr"/>
        <c:lblOffset val="100"/>
        <c:noMultiLvlLbl val="0"/>
      </c:catAx>
      <c:valAx>
        <c:axId val="-434107920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tint val="75000"/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chemeClr val="tx1"/>
                </a:solidFill>
                <a:latin typeface="Century Gothic" pitchFamily="34" charset="0"/>
                <a:ea typeface="+mn-ea"/>
                <a:cs typeface="+mn-cs"/>
              </a:defRPr>
            </a:pPr>
            <a:endParaRPr lang="en-US"/>
          </a:p>
        </c:txPr>
        <c:crossAx val="-4341084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100">
          <a:latin typeface="Century Gothic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99057397573017"/>
          <c:y val="2.4135206456596905E-2"/>
          <c:w val="0.90419062437439657"/>
          <c:h val="0.697163543141227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 2</c:v>
                </c:pt>
              </c:strCache>
            </c:strRef>
          </c:tx>
          <c:spPr>
            <a:solidFill>
              <a:schemeClr val="accent5"/>
            </a:solidFill>
            <a:ln w="9525" cap="flat" cmpd="sng" algn="ctr">
              <a:solidFill>
                <a:schemeClr val="lt1">
                  <a:shade val="95000"/>
                  <a:satMod val="105000"/>
                </a:schemeClr>
              </a:solidFill>
              <a:prstDash val="solid"/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strRef>
              <c:f>Tabelle1!$A$2:$A$24</c:f>
              <c:strCache>
                <c:ptCount val="23"/>
                <c:pt idx="0">
                  <c:v>Tucson Preorder İnstagram 15.03.2021</c:v>
                </c:pt>
                <c:pt idx="1">
                  <c:v>Tucson Preorder Facebook  15.03.2021</c:v>
                </c:pt>
                <c:pt idx="2">
                  <c:v>Yel Çərşənbəsi Instagram 09.03.20</c:v>
                </c:pt>
                <c:pt idx="3">
                  <c:v>Hyundai  DJ Tural Elantra Post Facebook 22.02.21</c:v>
                </c:pt>
                <c:pt idx="4">
                  <c:v>8 Mart Video Instagram Post 11.03.21</c:v>
                </c:pt>
                <c:pt idx="5">
                  <c:v>Hyundai Tucson Video post instagram 10.03.21</c:v>
                </c:pt>
                <c:pt idx="6">
                  <c:v>Genesis Novruz Post Instagram 20.03.21</c:v>
                </c:pt>
                <c:pt idx="7">
                  <c:v>Hyundai Tucson Video post instagram 24.03.21</c:v>
                </c:pt>
                <c:pt idx="8">
                  <c:v>Hyundai Tucson Video post facebook 24.03.21</c:v>
                </c:pt>
                <c:pt idx="9">
                  <c:v>Yel Çərşənbəsi Facebook 09.03.20</c:v>
                </c:pt>
                <c:pt idx="10">
                  <c:v>8 Mart Video Facebook Post 11.03.21</c:v>
                </c:pt>
                <c:pt idx="11">
                  <c:v>Hyundai ELANTRA Facebook 15.03.21</c:v>
                </c:pt>
                <c:pt idx="12">
                  <c:v>Hyundai ELANTRA Instagram 15.03.21</c:v>
                </c:pt>
                <c:pt idx="13">
                  <c:v>Genesis Novruz Post Facebook 20.03.21</c:v>
                </c:pt>
                <c:pt idx="14">
                  <c:v>Hyundai Tucson Video post facebook 10.03.21</c:v>
                </c:pt>
                <c:pt idx="15">
                  <c:v>Hyundai Novruz Post Instagram 20.03.21</c:v>
                </c:pt>
                <c:pt idx="16">
                  <c:v>Hyundai Novruz Post Facebook 20.03.21</c:v>
                </c:pt>
                <c:pt idx="17">
                  <c:v>Hyundai  DJ Tural Elantra Post Instagram 22.02.21</c:v>
                </c:pt>
                <c:pt idx="18">
                  <c:v>8 Mart Beynəlxalq Qadınlar Günü Instagram 03.03.21</c:v>
                </c:pt>
                <c:pt idx="19">
                  <c:v>Tucson Preorder İnstagram 01.03.2021</c:v>
                </c:pt>
                <c:pt idx="20">
                  <c:v>Tucson Preorder Facebook  01.03.2021</c:v>
                </c:pt>
                <c:pt idx="21">
                  <c:v>Hyundai Accent Instagram 18.20.21</c:v>
                </c:pt>
                <c:pt idx="22">
                  <c:v>Hyundai Santa Fe və Sonata modelləri Təklif instagram 25.03.21</c:v>
                </c:pt>
              </c:strCache>
            </c:strRef>
          </c:cat>
          <c:val>
            <c:numRef>
              <c:f>Tabelle1!$B$2:$B$24</c:f>
              <c:numCache>
                <c:formatCode>0</c:formatCode>
                <c:ptCount val="23"/>
                <c:pt idx="0">
                  <c:v>59321</c:v>
                </c:pt>
                <c:pt idx="1">
                  <c:v>42852</c:v>
                </c:pt>
                <c:pt idx="2">
                  <c:v>29325</c:v>
                </c:pt>
                <c:pt idx="3">
                  <c:v>25122</c:v>
                </c:pt>
                <c:pt idx="4">
                  <c:v>23219</c:v>
                </c:pt>
                <c:pt idx="5">
                  <c:v>21472</c:v>
                </c:pt>
                <c:pt idx="6">
                  <c:v>21113</c:v>
                </c:pt>
                <c:pt idx="7">
                  <c:v>16009</c:v>
                </c:pt>
                <c:pt idx="8">
                  <c:v>15413</c:v>
                </c:pt>
                <c:pt idx="9">
                  <c:v>15038</c:v>
                </c:pt>
                <c:pt idx="10">
                  <c:v>14838</c:v>
                </c:pt>
                <c:pt idx="11">
                  <c:v>14554</c:v>
                </c:pt>
                <c:pt idx="12">
                  <c:v>14236</c:v>
                </c:pt>
                <c:pt idx="13">
                  <c:v>13108</c:v>
                </c:pt>
                <c:pt idx="14">
                  <c:v>10998</c:v>
                </c:pt>
                <c:pt idx="15">
                  <c:v>7067</c:v>
                </c:pt>
                <c:pt idx="16">
                  <c:v>6715</c:v>
                </c:pt>
                <c:pt idx="17">
                  <c:v>6663</c:v>
                </c:pt>
                <c:pt idx="18">
                  <c:v>5839</c:v>
                </c:pt>
                <c:pt idx="19">
                  <c:v>5109</c:v>
                </c:pt>
                <c:pt idx="20">
                  <c:v>2947</c:v>
                </c:pt>
                <c:pt idx="21">
                  <c:v>2778</c:v>
                </c:pt>
                <c:pt idx="22">
                  <c:v>2090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01-42AC-9276-7DCC55F5D0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27843968"/>
        <c:axId val="-227837984"/>
      </c:barChart>
      <c:catAx>
        <c:axId val="-227843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lang="en-US" sz="10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pPr>
            <a:endParaRPr lang="en-US"/>
          </a:p>
        </c:txPr>
        <c:crossAx val="-227837984"/>
        <c:crosses val="autoZero"/>
        <c:auto val="1"/>
        <c:lblAlgn val="ctr"/>
        <c:lblOffset val="100"/>
        <c:noMultiLvlLbl val="0"/>
      </c:catAx>
      <c:valAx>
        <c:axId val="-227837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tint val="75000"/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pPr>
            <a:endParaRPr lang="en-US"/>
          </a:p>
        </c:txPr>
        <c:crossAx val="-227843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000">
          <a:solidFill>
            <a:schemeClr val="tx1">
              <a:lumMod val="85000"/>
              <a:lumOff val="15000"/>
            </a:schemeClr>
          </a:solidFill>
          <a:latin typeface="Century Gothic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847832628174914"/>
          <c:y val="2.4135206456596905E-2"/>
          <c:w val="0.87289042662417848"/>
          <c:h val="0.697163543141227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 2</c:v>
                </c:pt>
              </c:strCache>
            </c:strRef>
          </c:tx>
          <c:spPr>
            <a:solidFill>
              <a:schemeClr val="accent5"/>
            </a:solidFill>
            <a:ln w="9525" cap="flat" cmpd="sng" algn="ctr">
              <a:solidFill>
                <a:schemeClr val="lt1">
                  <a:shade val="95000"/>
                  <a:satMod val="105000"/>
                </a:schemeClr>
              </a:solidFill>
              <a:prstDash val="solid"/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strRef>
              <c:f>Tabelle1!$A$2:$A$28</c:f>
              <c:strCache>
                <c:ptCount val="27"/>
                <c:pt idx="0">
                  <c:v>Tucson Preorder Facebook  15.03.2021</c:v>
                </c:pt>
                <c:pt idx="1">
                  <c:v>8 Mart Beynəlxalq Qadınlar Günü Instagram 03.03.21</c:v>
                </c:pt>
                <c:pt idx="2">
                  <c:v>Hyundai  DJ Tural Elantra Post Facebook 22.02.21</c:v>
                </c:pt>
                <c:pt idx="3">
                  <c:v>Tucson Preorder İnstagram 15.03.2021</c:v>
                </c:pt>
                <c:pt idx="4">
                  <c:v>Tucson Preorder Facebook  01.03.2021</c:v>
                </c:pt>
                <c:pt idx="5">
                  <c:v>Hyundai  Sonata Facebook 04.03.21</c:v>
                </c:pt>
                <c:pt idx="6">
                  <c:v>8 Mart Beynəlxalq Qadınlar Günü Facebook 03.03.21</c:v>
                </c:pt>
                <c:pt idx="7">
                  <c:v>Tucson Preorder İnstagram 01.03.2021</c:v>
                </c:pt>
                <c:pt idx="8">
                  <c:v>Hyundai Accent Facebook 18.20.21</c:v>
                </c:pt>
                <c:pt idx="9">
                  <c:v>Hyundai  Staria Post Facebook 23.02.21</c:v>
                </c:pt>
                <c:pt idx="10">
                  <c:v>Hyundai ELANTRA Facebook 15.03.21</c:v>
                </c:pt>
                <c:pt idx="11">
                  <c:v>Hyundai Santa Fe və Sonata modelləri Təklif instagram 25.03.21</c:v>
                </c:pt>
                <c:pt idx="12">
                  <c:v>Hyundai Santa Fe və Sonata modelləri Təklif facebook 25.03.21</c:v>
                </c:pt>
                <c:pt idx="13">
                  <c:v>Hyundai Tucson Video post facebook 24.03.21</c:v>
                </c:pt>
                <c:pt idx="14">
                  <c:v>Hyundai  DJ Tural Elantra Post Instagram 22.02.21</c:v>
                </c:pt>
                <c:pt idx="15">
                  <c:v>Hyundai Palisade Post 27.03.21 Facebook</c:v>
                </c:pt>
                <c:pt idx="16">
                  <c:v>Yel Çərşənbəsi Instagram 09.03.20</c:v>
                </c:pt>
                <c:pt idx="17">
                  <c:v>Hyundai Tucson Video post instagram 10.03.21</c:v>
                </c:pt>
                <c:pt idx="18">
                  <c:v>Genesis Novruz Post Instagram 20.03.21</c:v>
                </c:pt>
                <c:pt idx="19">
                  <c:v>Hyundai Novruz Post Instagram 20.03.21</c:v>
                </c:pt>
                <c:pt idx="20">
                  <c:v>Hyundai Santa Fe - Sonata Facebook 09.03.21</c:v>
                </c:pt>
                <c:pt idx="21">
                  <c:v>8 Mart Video Instagram Post 11.03.21</c:v>
                </c:pt>
                <c:pt idx="22">
                  <c:v>Hyundai Tucson Video post instagram 24.03.21</c:v>
                </c:pt>
                <c:pt idx="23">
                  <c:v>Hyundai Tucson Santa Fe - Evdə Qalın Facebook </c:v>
                </c:pt>
                <c:pt idx="24">
                  <c:v>Hyundai Accent Photo post insta 23.12.20</c:v>
                </c:pt>
                <c:pt idx="25">
                  <c:v>Hyundai Accent Option Instagram 08.12.20 </c:v>
                </c:pt>
                <c:pt idx="26">
                  <c:v>Hyundai Tucson Santa Fe - Evdə Qalın instagram </c:v>
                </c:pt>
              </c:strCache>
            </c:strRef>
          </c:cat>
          <c:val>
            <c:numRef>
              <c:f>Tabelle1!$B$2:$B$28</c:f>
              <c:numCache>
                <c:formatCode>0</c:formatCode>
                <c:ptCount val="27"/>
                <c:pt idx="0">
                  <c:v>27</c:v>
                </c:pt>
                <c:pt idx="1">
                  <c:v>25</c:v>
                </c:pt>
                <c:pt idx="2">
                  <c:v>24</c:v>
                </c:pt>
                <c:pt idx="3">
                  <c:v>23</c:v>
                </c:pt>
                <c:pt idx="4">
                  <c:v>22</c:v>
                </c:pt>
                <c:pt idx="5">
                  <c:v>17</c:v>
                </c:pt>
                <c:pt idx="6">
                  <c:v>17</c:v>
                </c:pt>
                <c:pt idx="7">
                  <c:v>14</c:v>
                </c:pt>
                <c:pt idx="8">
                  <c:v>9</c:v>
                </c:pt>
                <c:pt idx="9">
                  <c:v>8</c:v>
                </c:pt>
                <c:pt idx="10">
                  <c:v>5</c:v>
                </c:pt>
                <c:pt idx="11">
                  <c:v>4</c:v>
                </c:pt>
                <c:pt idx="12">
                  <c:v>4</c:v>
                </c:pt>
                <c:pt idx="13">
                  <c:v>3</c:v>
                </c:pt>
                <c:pt idx="14">
                  <c:v>3</c:v>
                </c:pt>
                <c:pt idx="15">
                  <c:v>3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2</c:v>
                </c:pt>
                <c:pt idx="20">
                  <c:v>2</c:v>
                </c:pt>
                <c:pt idx="21">
                  <c:v>1</c:v>
                </c:pt>
                <c:pt idx="22">
                  <c:v>1</c:v>
                </c:pt>
                <c:pt idx="23" formatCode="General">
                  <c:v>1</c:v>
                </c:pt>
                <c:pt idx="24" formatCode="General">
                  <c:v>1</c:v>
                </c:pt>
                <c:pt idx="25" formatCode="General">
                  <c:v>1</c:v>
                </c:pt>
                <c:pt idx="26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5B-4ADE-BAB9-86D351EBBE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27843968"/>
        <c:axId val="-227837984"/>
      </c:barChart>
      <c:catAx>
        <c:axId val="-227843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lang="en-US" sz="1000" b="0" i="0" u="none" strike="noStrike" kern="120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pPr>
            <a:endParaRPr lang="en-US"/>
          </a:p>
        </c:txPr>
        <c:crossAx val="-227837984"/>
        <c:crosses val="autoZero"/>
        <c:auto val="1"/>
        <c:lblAlgn val="ctr"/>
        <c:lblOffset val="100"/>
        <c:noMultiLvlLbl val="0"/>
      </c:catAx>
      <c:valAx>
        <c:axId val="-227837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tint val="75000"/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pPr>
            <a:endParaRPr lang="en-US"/>
          </a:p>
        </c:txPr>
        <c:crossAx val="-2278439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000">
          <a:solidFill>
            <a:schemeClr val="tx1">
              <a:lumMod val="85000"/>
              <a:lumOff val="15000"/>
            </a:schemeClr>
          </a:solidFill>
          <a:latin typeface="Century Gothic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847832628174914"/>
          <c:y val="2.4135206456596905E-2"/>
          <c:w val="0.87289042662417848"/>
          <c:h val="0.697163543141227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 2</c:v>
                </c:pt>
              </c:strCache>
            </c:strRef>
          </c:tx>
          <c:spPr>
            <a:solidFill>
              <a:schemeClr val="accent5"/>
            </a:solidFill>
            <a:ln w="9525" cap="flat" cmpd="sng" algn="ctr">
              <a:solidFill>
                <a:schemeClr val="lt1">
                  <a:shade val="95000"/>
                  <a:satMod val="105000"/>
                </a:schemeClr>
              </a:solidFill>
              <a:prstDash val="solid"/>
              <a:round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cat>
            <c:strRef>
              <c:f>Tabelle1!$A$2:$A$24</c:f>
              <c:strCache>
                <c:ptCount val="23"/>
                <c:pt idx="0">
                  <c:v>Tucson Preorder Facebook  01.03.2021</c:v>
                </c:pt>
                <c:pt idx="1">
                  <c:v>Tucson Preorder Facebook  15.03.2021</c:v>
                </c:pt>
                <c:pt idx="2">
                  <c:v>Hyundai  Sonata Facebook 04.03.21</c:v>
                </c:pt>
                <c:pt idx="3">
                  <c:v>Hyundai  DJ Tural Elantra Post Facebook 22.02.21</c:v>
                </c:pt>
                <c:pt idx="4">
                  <c:v>8 Mart Beynəlxalq Qadınlar Günü Facebook 03.03.21</c:v>
                </c:pt>
                <c:pt idx="5">
                  <c:v>Hyundai Santa Fe - Sonata Facebook 09.03.21</c:v>
                </c:pt>
                <c:pt idx="6">
                  <c:v>Hyundai  Staria Post Facebook 23.02.21</c:v>
                </c:pt>
                <c:pt idx="7">
                  <c:v>Hyundai Accent Facebook 18.20.21</c:v>
                </c:pt>
                <c:pt idx="8">
                  <c:v>Hyundai Tucson Video post facebook 24.03.21</c:v>
                </c:pt>
                <c:pt idx="9">
                  <c:v>Hyundai ELANTRA Facebook 15.03.21</c:v>
                </c:pt>
                <c:pt idx="10">
                  <c:v>Hyundai Tucson Video post facebook 10.03.21</c:v>
                </c:pt>
                <c:pt idx="11">
                  <c:v>Tucson Preorder İnstagram 15.03.2021</c:v>
                </c:pt>
                <c:pt idx="12">
                  <c:v>Hyundai Palisade Post 27.03.21 Facebook</c:v>
                </c:pt>
                <c:pt idx="13">
                  <c:v>8 Mart Video Facebook Post 11.03.21</c:v>
                </c:pt>
                <c:pt idx="14">
                  <c:v>Hyundai  Sonata instagram 04.03.21</c:v>
                </c:pt>
                <c:pt idx="15">
                  <c:v>Hyundai Santa Fe və Sonata modelləri Təklif facebook 25.03.21</c:v>
                </c:pt>
                <c:pt idx="16">
                  <c:v>Yel Çərşənbəsi Facebook 09.03.20</c:v>
                </c:pt>
                <c:pt idx="17">
                  <c:v>8 Mart Video Instagram Post 11.03.21</c:v>
                </c:pt>
                <c:pt idx="18">
                  <c:v>Hyundai Novruz Post Facebook 20.03.21</c:v>
                </c:pt>
                <c:pt idx="19">
                  <c:v>Genesis Novruz Post Facebook 20.03.21</c:v>
                </c:pt>
                <c:pt idx="20">
                  <c:v>Tucson Preorder İnstagram 01.03.2021</c:v>
                </c:pt>
                <c:pt idx="21">
                  <c:v>Hyundai Tucson Video post instagram 10.03.21</c:v>
                </c:pt>
                <c:pt idx="22">
                  <c:v>Hyundai Tucson Video post instagram 24.03.21</c:v>
                </c:pt>
              </c:strCache>
            </c:strRef>
          </c:cat>
          <c:val>
            <c:numRef>
              <c:f>Tabelle1!$B$2:$B$24</c:f>
              <c:numCache>
                <c:formatCode>0</c:formatCode>
                <c:ptCount val="23"/>
                <c:pt idx="0">
                  <c:v>5403</c:v>
                </c:pt>
                <c:pt idx="1">
                  <c:v>4228</c:v>
                </c:pt>
                <c:pt idx="2">
                  <c:v>2975</c:v>
                </c:pt>
                <c:pt idx="3">
                  <c:v>2744</c:v>
                </c:pt>
                <c:pt idx="4">
                  <c:v>1886</c:v>
                </c:pt>
                <c:pt idx="5">
                  <c:v>1543</c:v>
                </c:pt>
                <c:pt idx="6">
                  <c:v>1492</c:v>
                </c:pt>
                <c:pt idx="7">
                  <c:v>1391</c:v>
                </c:pt>
                <c:pt idx="8">
                  <c:v>1147</c:v>
                </c:pt>
                <c:pt idx="9">
                  <c:v>1080</c:v>
                </c:pt>
                <c:pt idx="10">
                  <c:v>817</c:v>
                </c:pt>
                <c:pt idx="11">
                  <c:v>789</c:v>
                </c:pt>
                <c:pt idx="12">
                  <c:v>726</c:v>
                </c:pt>
                <c:pt idx="13">
                  <c:v>668</c:v>
                </c:pt>
                <c:pt idx="14">
                  <c:v>567</c:v>
                </c:pt>
                <c:pt idx="15">
                  <c:v>530</c:v>
                </c:pt>
                <c:pt idx="16">
                  <c:v>443</c:v>
                </c:pt>
                <c:pt idx="17">
                  <c:v>380</c:v>
                </c:pt>
                <c:pt idx="18">
                  <c:v>357</c:v>
                </c:pt>
                <c:pt idx="19">
                  <c:v>272</c:v>
                </c:pt>
                <c:pt idx="20">
                  <c:v>272</c:v>
                </c:pt>
                <c:pt idx="21">
                  <c:v>269</c:v>
                </c:pt>
                <c:pt idx="22">
                  <c:v>261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5B-4ADE-BAB9-86D351EBBE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27843968"/>
        <c:axId val="-227837984"/>
      </c:barChart>
      <c:catAx>
        <c:axId val="-2278439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0"/>
          <a:lstStyle/>
          <a:p>
            <a:pPr>
              <a:defRPr lang="en-US" sz="1000" b="0" i="0" u="none" strike="noStrike" kern="120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pPr>
            <a:endParaRPr lang="en-US"/>
          </a:p>
        </c:txPr>
        <c:crossAx val="-227837984"/>
        <c:crosses val="autoZero"/>
        <c:auto val="1"/>
        <c:lblAlgn val="ctr"/>
        <c:lblOffset val="100"/>
        <c:noMultiLvlLbl val="0"/>
      </c:catAx>
      <c:valAx>
        <c:axId val="-227837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tint val="75000"/>
                  <a:shade val="95000"/>
                  <a:satMod val="105000"/>
                </a:schemeClr>
              </a:solidFill>
              <a:prstDash val="solid"/>
              <a:round/>
            </a:ln>
            <a:effectLst/>
          </c:spPr>
        </c:majorGridlines>
        <c:numFmt formatCode="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tint val="75000"/>
                <a:shade val="95000"/>
                <a:satMod val="10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itchFamily="34" charset="0"/>
                <a:ea typeface="+mn-ea"/>
                <a:cs typeface="+mn-cs"/>
              </a:defRPr>
            </a:pPr>
            <a:endParaRPr lang="en-US"/>
          </a:p>
        </c:txPr>
        <c:crossAx val="-2278439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 sz="1000">
          <a:solidFill>
            <a:schemeClr val="tx1">
              <a:lumMod val="85000"/>
              <a:lumOff val="15000"/>
            </a:schemeClr>
          </a:solidFill>
          <a:latin typeface="Century Gothic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withinLinearReversed" id="25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111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>
  <cs:dataPoint3D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3D>
  <cs:dataPointLine>
    <cs:lnRef idx="1">
      <cs:styleClr val="auto"/>
    </cs:lnRef>
    <cs:lineWidthScale>5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 mods="ignoreCSTransforms">
      <cs:styleClr val="0">
        <a:shade val="25000"/>
      </cs:styleClr>
    </cs:fillRef>
    <cs:effectRef idx="1">
      <a:schemeClr val="dk1"/>
    </cs:effectRef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 mods="ignoreCSTransforms">
      <cs:styleClr val="0">
        <a:tint val="25000"/>
      </cs:styleClr>
    </cs:fillRef>
    <cs:effectRef idx="1">
      <a:schemeClr val="dk1"/>
    </cs:effectRef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11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>
  <cs:dataPoint3D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3D>
  <cs:dataPointLine>
    <cs:lnRef idx="1">
      <cs:styleClr val="auto"/>
    </cs:lnRef>
    <cs:lineWidthScale>5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 mods="ignoreCSTransforms">
      <cs:styleClr val="0">
        <a:shade val="25000"/>
      </cs:styleClr>
    </cs:fillRef>
    <cs:effectRef idx="1">
      <a:schemeClr val="dk1"/>
    </cs:effectRef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 mods="ignoreCSTransforms">
      <cs:styleClr val="0">
        <a:tint val="25000"/>
      </cs:styleClr>
    </cs:fillRef>
    <cs:effectRef idx="1">
      <a:schemeClr val="dk1"/>
    </cs:effectRef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111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>
  <cs:dataPoint3D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3D>
  <cs:dataPointLine>
    <cs:lnRef idx="1">
      <cs:styleClr val="auto"/>
    </cs:lnRef>
    <cs:lineWidthScale>5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 mods="ignoreCSTransforms">
      <cs:styleClr val="0">
        <a:shade val="25000"/>
      </cs:styleClr>
    </cs:fillRef>
    <cs:effectRef idx="1">
      <a:schemeClr val="dk1"/>
    </cs:effectRef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 mods="ignoreCSTransforms">
      <cs:styleClr val="0">
        <a:tint val="25000"/>
      </cs:styleClr>
    </cs:fillRef>
    <cs:effectRef idx="1">
      <a:schemeClr val="dk1"/>
    </cs:effectRef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111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>
  <cs:dataPoint3D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3D>
  <cs:dataPointLine>
    <cs:lnRef idx="1">
      <cs:styleClr val="auto"/>
    </cs:lnRef>
    <cs:lineWidthScale>5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 mods="ignoreCSTransforms">
      <cs:styleClr val="0">
        <a:shade val="25000"/>
      </cs:styleClr>
    </cs:fillRef>
    <cs:effectRef idx="1">
      <a:schemeClr val="dk1"/>
    </cs:effectRef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 mods="ignoreCSTransforms">
      <cs:styleClr val="0">
        <a:tint val="25000"/>
      </cs:styleClr>
    </cs:fillRef>
    <cs:effectRef idx="1">
      <a:schemeClr val="dk1"/>
    </cs:effectRef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397ED-617B-4C75-A286-E6C9B811CEFE}" type="datetimeFigureOut">
              <a:rPr lang="en-US" smtClean="0"/>
              <a:t>4/2/2021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F0C5BC-9AAC-4878-BA37-90C38432C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87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7224597"/>
            <a:ext cx="10692130" cy="335915"/>
          </a:xfrm>
          <a:custGeom>
            <a:avLst/>
            <a:gdLst/>
            <a:ahLst/>
            <a:cxnLst/>
            <a:rect l="l" t="t" r="r" b="b"/>
            <a:pathLst>
              <a:path w="10692130" h="335915">
                <a:moveTo>
                  <a:pt x="10608144" y="0"/>
                </a:moveTo>
                <a:lnTo>
                  <a:pt x="0" y="0"/>
                </a:lnTo>
                <a:lnTo>
                  <a:pt x="0" y="335457"/>
                </a:lnTo>
                <a:lnTo>
                  <a:pt x="10691990" y="335457"/>
                </a:lnTo>
                <a:lnTo>
                  <a:pt x="10691990" y="83832"/>
                </a:lnTo>
                <a:lnTo>
                  <a:pt x="10608144" y="0"/>
                </a:lnTo>
                <a:close/>
              </a:path>
            </a:pathLst>
          </a:custGeom>
          <a:solidFill>
            <a:srgbClr val="84A2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8008521" y="7224597"/>
            <a:ext cx="2683510" cy="335915"/>
          </a:xfrm>
          <a:custGeom>
            <a:avLst/>
            <a:gdLst/>
            <a:ahLst/>
            <a:cxnLst/>
            <a:rect l="l" t="t" r="r" b="b"/>
            <a:pathLst>
              <a:path w="2683509" h="335915">
                <a:moveTo>
                  <a:pt x="2599626" y="0"/>
                </a:moveTo>
                <a:lnTo>
                  <a:pt x="0" y="0"/>
                </a:lnTo>
                <a:lnTo>
                  <a:pt x="0" y="335457"/>
                </a:lnTo>
                <a:lnTo>
                  <a:pt x="2683484" y="335457"/>
                </a:lnTo>
                <a:lnTo>
                  <a:pt x="2683484" y="83819"/>
                </a:lnTo>
                <a:lnTo>
                  <a:pt x="2599626" y="0"/>
                </a:lnTo>
                <a:close/>
              </a:path>
            </a:pathLst>
          </a:custGeom>
          <a:solidFill>
            <a:srgbClr val="3E70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8705179" y="7287076"/>
            <a:ext cx="744855" cy="210820"/>
          </a:xfrm>
          <a:custGeom>
            <a:avLst/>
            <a:gdLst/>
            <a:ahLst/>
            <a:cxnLst/>
            <a:rect l="l" t="t" r="r" b="b"/>
            <a:pathLst>
              <a:path w="744854" h="210820">
                <a:moveTo>
                  <a:pt x="106108" y="0"/>
                </a:moveTo>
                <a:lnTo>
                  <a:pt x="61748" y="8743"/>
                </a:lnTo>
                <a:lnTo>
                  <a:pt x="28360" y="32313"/>
                </a:lnTo>
                <a:lnTo>
                  <a:pt x="7319" y="66720"/>
                </a:lnTo>
                <a:lnTo>
                  <a:pt x="0" y="107975"/>
                </a:lnTo>
                <a:lnTo>
                  <a:pt x="9465" y="152719"/>
                </a:lnTo>
                <a:lnTo>
                  <a:pt x="34297" y="184762"/>
                </a:lnTo>
                <a:lnTo>
                  <a:pt x="69153" y="204037"/>
                </a:lnTo>
                <a:lnTo>
                  <a:pt x="108686" y="210477"/>
                </a:lnTo>
                <a:lnTo>
                  <a:pt x="126632" y="209091"/>
                </a:lnTo>
                <a:lnTo>
                  <a:pt x="146919" y="205439"/>
                </a:lnTo>
                <a:lnTo>
                  <a:pt x="158668" y="202412"/>
                </a:lnTo>
                <a:lnTo>
                  <a:pt x="116014" y="202412"/>
                </a:lnTo>
                <a:lnTo>
                  <a:pt x="80021" y="195898"/>
                </a:lnTo>
                <a:lnTo>
                  <a:pt x="51504" y="177172"/>
                </a:lnTo>
                <a:lnTo>
                  <a:pt x="32732" y="147457"/>
                </a:lnTo>
                <a:lnTo>
                  <a:pt x="25971" y="107975"/>
                </a:lnTo>
                <a:lnTo>
                  <a:pt x="31158" y="72982"/>
                </a:lnTo>
                <a:lnTo>
                  <a:pt x="46877" y="41319"/>
                </a:lnTo>
                <a:lnTo>
                  <a:pt x="73361" y="18371"/>
                </a:lnTo>
                <a:lnTo>
                  <a:pt x="110845" y="9525"/>
                </a:lnTo>
                <a:lnTo>
                  <a:pt x="156021" y="9525"/>
                </a:lnTo>
                <a:lnTo>
                  <a:pt x="146746" y="5681"/>
                </a:lnTo>
                <a:lnTo>
                  <a:pt x="127281" y="1363"/>
                </a:lnTo>
                <a:lnTo>
                  <a:pt x="106108" y="0"/>
                </a:lnTo>
                <a:close/>
              </a:path>
              <a:path w="744854" h="210820">
                <a:moveTo>
                  <a:pt x="184086" y="118618"/>
                </a:moveTo>
                <a:lnTo>
                  <a:pt x="160655" y="118618"/>
                </a:lnTo>
                <a:lnTo>
                  <a:pt x="160655" y="189611"/>
                </a:lnTo>
                <a:lnTo>
                  <a:pt x="149470" y="194552"/>
                </a:lnTo>
                <a:lnTo>
                  <a:pt x="138063" y="198626"/>
                </a:lnTo>
                <a:lnTo>
                  <a:pt x="126791" y="201392"/>
                </a:lnTo>
                <a:lnTo>
                  <a:pt x="116014" y="202412"/>
                </a:lnTo>
                <a:lnTo>
                  <a:pt x="158668" y="202412"/>
                </a:lnTo>
                <a:lnTo>
                  <a:pt x="166940" y="200281"/>
                </a:lnTo>
                <a:lnTo>
                  <a:pt x="184086" y="194373"/>
                </a:lnTo>
                <a:lnTo>
                  <a:pt x="184086" y="118618"/>
                </a:lnTo>
                <a:close/>
              </a:path>
              <a:path w="744854" h="210820">
                <a:moveTo>
                  <a:pt x="156021" y="9525"/>
                </a:moveTo>
                <a:lnTo>
                  <a:pt x="110845" y="9525"/>
                </a:lnTo>
                <a:lnTo>
                  <a:pt x="128666" y="10785"/>
                </a:lnTo>
                <a:lnTo>
                  <a:pt x="145340" y="15754"/>
                </a:lnTo>
                <a:lnTo>
                  <a:pt x="160978" y="26209"/>
                </a:lnTo>
                <a:lnTo>
                  <a:pt x="175691" y="43929"/>
                </a:lnTo>
                <a:lnTo>
                  <a:pt x="182994" y="24536"/>
                </a:lnTo>
                <a:lnTo>
                  <a:pt x="165114" y="13292"/>
                </a:lnTo>
                <a:lnTo>
                  <a:pt x="156021" y="9525"/>
                </a:lnTo>
                <a:close/>
              </a:path>
              <a:path w="744854" h="210820">
                <a:moveTo>
                  <a:pt x="292176" y="40728"/>
                </a:moveTo>
                <a:lnTo>
                  <a:pt x="211264" y="40728"/>
                </a:lnTo>
                <a:lnTo>
                  <a:pt x="211264" y="192138"/>
                </a:lnTo>
                <a:lnTo>
                  <a:pt x="303364" y="192138"/>
                </a:lnTo>
                <a:lnTo>
                  <a:pt x="306890" y="182511"/>
                </a:lnTo>
                <a:lnTo>
                  <a:pt x="231686" y="182511"/>
                </a:lnTo>
                <a:lnTo>
                  <a:pt x="231686" y="120484"/>
                </a:lnTo>
                <a:lnTo>
                  <a:pt x="246992" y="120331"/>
                </a:lnTo>
                <a:lnTo>
                  <a:pt x="285650" y="120331"/>
                </a:lnTo>
                <a:lnTo>
                  <a:pt x="285884" y="112763"/>
                </a:lnTo>
                <a:lnTo>
                  <a:pt x="232041" y="112763"/>
                </a:lnTo>
                <a:lnTo>
                  <a:pt x="232041" y="50749"/>
                </a:lnTo>
                <a:lnTo>
                  <a:pt x="296184" y="50749"/>
                </a:lnTo>
                <a:lnTo>
                  <a:pt x="292176" y="40728"/>
                </a:lnTo>
                <a:close/>
              </a:path>
              <a:path w="744854" h="210820">
                <a:moveTo>
                  <a:pt x="307606" y="180555"/>
                </a:moveTo>
                <a:lnTo>
                  <a:pt x="291663" y="181686"/>
                </a:lnTo>
                <a:lnTo>
                  <a:pt x="268612" y="182267"/>
                </a:lnTo>
                <a:lnTo>
                  <a:pt x="231686" y="182511"/>
                </a:lnTo>
                <a:lnTo>
                  <a:pt x="306890" y="182511"/>
                </a:lnTo>
                <a:lnTo>
                  <a:pt x="307606" y="180555"/>
                </a:lnTo>
                <a:close/>
              </a:path>
              <a:path w="744854" h="210820">
                <a:moveTo>
                  <a:pt x="285650" y="120331"/>
                </a:moveTo>
                <a:lnTo>
                  <a:pt x="246992" y="120331"/>
                </a:lnTo>
                <a:lnTo>
                  <a:pt x="261110" y="120473"/>
                </a:lnTo>
                <a:lnTo>
                  <a:pt x="273996" y="120904"/>
                </a:lnTo>
                <a:lnTo>
                  <a:pt x="285610" y="121615"/>
                </a:lnTo>
                <a:lnTo>
                  <a:pt x="285650" y="120331"/>
                </a:lnTo>
                <a:close/>
              </a:path>
              <a:path w="744854" h="210820">
                <a:moveTo>
                  <a:pt x="285991" y="109321"/>
                </a:moveTo>
                <a:lnTo>
                  <a:pt x="272427" y="110391"/>
                </a:lnTo>
                <a:lnTo>
                  <a:pt x="242384" y="111679"/>
                </a:lnTo>
                <a:lnTo>
                  <a:pt x="232041" y="112763"/>
                </a:lnTo>
                <a:lnTo>
                  <a:pt x="285884" y="112763"/>
                </a:lnTo>
                <a:lnTo>
                  <a:pt x="285991" y="109321"/>
                </a:lnTo>
                <a:close/>
              </a:path>
              <a:path w="744854" h="210820">
                <a:moveTo>
                  <a:pt x="296184" y="50749"/>
                </a:moveTo>
                <a:lnTo>
                  <a:pt x="257898" y="50749"/>
                </a:lnTo>
                <a:lnTo>
                  <a:pt x="268747" y="50826"/>
                </a:lnTo>
                <a:lnTo>
                  <a:pt x="279373" y="51084"/>
                </a:lnTo>
                <a:lnTo>
                  <a:pt x="288986" y="51558"/>
                </a:lnTo>
                <a:lnTo>
                  <a:pt x="296799" y="52285"/>
                </a:lnTo>
                <a:lnTo>
                  <a:pt x="296184" y="50749"/>
                </a:lnTo>
                <a:close/>
              </a:path>
              <a:path w="744854" h="210820">
                <a:moveTo>
                  <a:pt x="355297" y="66903"/>
                </a:moveTo>
                <a:lnTo>
                  <a:pt x="332486" y="66903"/>
                </a:lnTo>
                <a:lnTo>
                  <a:pt x="418245" y="165892"/>
                </a:lnTo>
                <a:lnTo>
                  <a:pt x="434602" y="184012"/>
                </a:lnTo>
                <a:lnTo>
                  <a:pt x="447675" y="197548"/>
                </a:lnTo>
                <a:lnTo>
                  <a:pt x="447082" y="165892"/>
                </a:lnTo>
                <a:lnTo>
                  <a:pt x="446962" y="157835"/>
                </a:lnTo>
                <a:lnTo>
                  <a:pt x="436499" y="157835"/>
                </a:lnTo>
                <a:lnTo>
                  <a:pt x="355297" y="66903"/>
                </a:lnTo>
                <a:close/>
              </a:path>
              <a:path w="744854" h="210820">
                <a:moveTo>
                  <a:pt x="332486" y="40728"/>
                </a:moveTo>
                <a:lnTo>
                  <a:pt x="319760" y="40728"/>
                </a:lnTo>
                <a:lnTo>
                  <a:pt x="321297" y="54203"/>
                </a:lnTo>
                <a:lnTo>
                  <a:pt x="321419" y="135044"/>
                </a:lnTo>
                <a:lnTo>
                  <a:pt x="321297" y="192138"/>
                </a:lnTo>
                <a:lnTo>
                  <a:pt x="332486" y="192138"/>
                </a:lnTo>
                <a:lnTo>
                  <a:pt x="332486" y="66903"/>
                </a:lnTo>
                <a:lnTo>
                  <a:pt x="355297" y="66903"/>
                </a:lnTo>
                <a:lnTo>
                  <a:pt x="350943" y="62005"/>
                </a:lnTo>
                <a:lnTo>
                  <a:pt x="332486" y="40728"/>
                </a:lnTo>
                <a:close/>
              </a:path>
              <a:path w="744854" h="210820">
                <a:moveTo>
                  <a:pt x="447281" y="40728"/>
                </a:moveTo>
                <a:lnTo>
                  <a:pt x="436118" y="40728"/>
                </a:lnTo>
                <a:lnTo>
                  <a:pt x="436312" y="62005"/>
                </a:lnTo>
                <a:lnTo>
                  <a:pt x="436380" y="77367"/>
                </a:lnTo>
                <a:lnTo>
                  <a:pt x="436499" y="157835"/>
                </a:lnTo>
                <a:lnTo>
                  <a:pt x="446962" y="157835"/>
                </a:lnTo>
                <a:lnTo>
                  <a:pt x="447072" y="87284"/>
                </a:lnTo>
                <a:lnTo>
                  <a:pt x="447281" y="40728"/>
                </a:lnTo>
                <a:close/>
              </a:path>
              <a:path w="744854" h="210820">
                <a:moveTo>
                  <a:pt x="677062" y="38798"/>
                </a:moveTo>
                <a:lnTo>
                  <a:pt x="672795" y="38798"/>
                </a:lnTo>
                <a:lnTo>
                  <a:pt x="605409" y="192138"/>
                </a:lnTo>
                <a:lnTo>
                  <a:pt x="616165" y="192138"/>
                </a:lnTo>
                <a:lnTo>
                  <a:pt x="638911" y="140525"/>
                </a:lnTo>
                <a:lnTo>
                  <a:pt x="721167" y="140525"/>
                </a:lnTo>
                <a:lnTo>
                  <a:pt x="716675" y="130505"/>
                </a:lnTo>
                <a:lnTo>
                  <a:pt x="643153" y="130505"/>
                </a:lnTo>
                <a:lnTo>
                  <a:pt x="669010" y="69977"/>
                </a:lnTo>
                <a:lnTo>
                  <a:pt x="689977" y="69977"/>
                </a:lnTo>
                <a:lnTo>
                  <a:pt x="683602" y="55372"/>
                </a:lnTo>
                <a:lnTo>
                  <a:pt x="681278" y="49593"/>
                </a:lnTo>
                <a:lnTo>
                  <a:pt x="677062" y="38798"/>
                </a:lnTo>
                <a:close/>
              </a:path>
              <a:path w="744854" h="210820">
                <a:moveTo>
                  <a:pt x="721167" y="140525"/>
                </a:moveTo>
                <a:lnTo>
                  <a:pt x="699046" y="140525"/>
                </a:lnTo>
                <a:lnTo>
                  <a:pt x="704638" y="153779"/>
                </a:lnTo>
                <a:lnTo>
                  <a:pt x="710231" y="167189"/>
                </a:lnTo>
                <a:lnTo>
                  <a:pt x="715533" y="180169"/>
                </a:lnTo>
                <a:lnTo>
                  <a:pt x="720255" y="192138"/>
                </a:lnTo>
                <a:lnTo>
                  <a:pt x="744499" y="192138"/>
                </a:lnTo>
                <a:lnTo>
                  <a:pt x="733296" y="167516"/>
                </a:lnTo>
                <a:lnTo>
                  <a:pt x="721167" y="140525"/>
                </a:lnTo>
                <a:close/>
              </a:path>
              <a:path w="744854" h="210820">
                <a:moveTo>
                  <a:pt x="689977" y="69977"/>
                </a:moveTo>
                <a:lnTo>
                  <a:pt x="669010" y="69977"/>
                </a:lnTo>
                <a:lnTo>
                  <a:pt x="679569" y="94611"/>
                </a:lnTo>
                <a:lnTo>
                  <a:pt x="687078" y="112217"/>
                </a:lnTo>
                <a:lnTo>
                  <a:pt x="694804" y="130505"/>
                </a:lnTo>
                <a:lnTo>
                  <a:pt x="716675" y="130505"/>
                </a:lnTo>
                <a:lnTo>
                  <a:pt x="700213" y="93431"/>
                </a:lnTo>
                <a:lnTo>
                  <a:pt x="689977" y="69977"/>
                </a:lnTo>
                <a:close/>
              </a:path>
              <a:path w="744854" h="210820">
                <a:moveTo>
                  <a:pt x="504064" y="66903"/>
                </a:moveTo>
                <a:lnTo>
                  <a:pt x="481228" y="66903"/>
                </a:lnTo>
                <a:lnTo>
                  <a:pt x="567043" y="165892"/>
                </a:lnTo>
                <a:lnTo>
                  <a:pt x="583407" y="184012"/>
                </a:lnTo>
                <a:lnTo>
                  <a:pt x="596480" y="197548"/>
                </a:lnTo>
                <a:lnTo>
                  <a:pt x="595887" y="165892"/>
                </a:lnTo>
                <a:lnTo>
                  <a:pt x="595766" y="157835"/>
                </a:lnTo>
                <a:lnTo>
                  <a:pt x="585317" y="157835"/>
                </a:lnTo>
                <a:lnTo>
                  <a:pt x="504064" y="66903"/>
                </a:lnTo>
                <a:close/>
              </a:path>
              <a:path w="744854" h="210820">
                <a:moveTo>
                  <a:pt x="481228" y="40728"/>
                </a:moveTo>
                <a:lnTo>
                  <a:pt x="468528" y="40728"/>
                </a:lnTo>
                <a:lnTo>
                  <a:pt x="470103" y="54203"/>
                </a:lnTo>
                <a:lnTo>
                  <a:pt x="470229" y="135044"/>
                </a:lnTo>
                <a:lnTo>
                  <a:pt x="470103" y="192138"/>
                </a:lnTo>
                <a:lnTo>
                  <a:pt x="481228" y="192138"/>
                </a:lnTo>
                <a:lnTo>
                  <a:pt x="481228" y="66903"/>
                </a:lnTo>
                <a:lnTo>
                  <a:pt x="504064" y="66903"/>
                </a:lnTo>
                <a:lnTo>
                  <a:pt x="499708" y="62005"/>
                </a:lnTo>
                <a:lnTo>
                  <a:pt x="481228" y="40728"/>
                </a:lnTo>
                <a:close/>
              </a:path>
              <a:path w="744854" h="210820">
                <a:moveTo>
                  <a:pt x="596074" y="40728"/>
                </a:moveTo>
                <a:lnTo>
                  <a:pt x="584923" y="40728"/>
                </a:lnTo>
                <a:lnTo>
                  <a:pt x="585124" y="62005"/>
                </a:lnTo>
                <a:lnTo>
                  <a:pt x="585195" y="77367"/>
                </a:lnTo>
                <a:lnTo>
                  <a:pt x="585317" y="157835"/>
                </a:lnTo>
                <a:lnTo>
                  <a:pt x="595766" y="157835"/>
                </a:lnTo>
                <a:lnTo>
                  <a:pt x="595868" y="87284"/>
                </a:lnTo>
                <a:lnTo>
                  <a:pt x="596074" y="407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9493427" y="7325673"/>
            <a:ext cx="501944" cy="1578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9441905" y="7287080"/>
            <a:ext cx="19685" cy="65405"/>
          </a:xfrm>
          <a:custGeom>
            <a:avLst/>
            <a:gdLst/>
            <a:ahLst/>
            <a:cxnLst/>
            <a:rect l="l" t="t" r="r" b="b"/>
            <a:pathLst>
              <a:path w="19684" h="65404">
                <a:moveTo>
                  <a:pt x="19240" y="0"/>
                </a:moveTo>
                <a:lnTo>
                  <a:pt x="0" y="0"/>
                </a:lnTo>
                <a:lnTo>
                  <a:pt x="380" y="65112"/>
                </a:lnTo>
                <a:lnTo>
                  <a:pt x="18884" y="65112"/>
                </a:lnTo>
                <a:lnTo>
                  <a:pt x="19240" y="0"/>
                </a:lnTo>
                <a:close/>
              </a:path>
            </a:pathLst>
          </a:custGeom>
          <a:solidFill>
            <a:srgbClr val="C8D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5737139" y="4269035"/>
            <a:ext cx="278765" cy="182245"/>
          </a:xfrm>
          <a:custGeom>
            <a:avLst/>
            <a:gdLst/>
            <a:ahLst/>
            <a:cxnLst/>
            <a:rect l="l" t="t" r="r" b="b"/>
            <a:pathLst>
              <a:path w="278764" h="182245">
                <a:moveTo>
                  <a:pt x="170395" y="0"/>
                </a:moveTo>
                <a:lnTo>
                  <a:pt x="125448" y="5637"/>
                </a:lnTo>
                <a:lnTo>
                  <a:pt x="84957" y="22309"/>
                </a:lnTo>
                <a:lnTo>
                  <a:pt x="50547" y="48420"/>
                </a:lnTo>
                <a:lnTo>
                  <a:pt x="23843" y="82372"/>
                </a:lnTo>
                <a:lnTo>
                  <a:pt x="6469" y="122568"/>
                </a:lnTo>
                <a:lnTo>
                  <a:pt x="50" y="167411"/>
                </a:lnTo>
                <a:lnTo>
                  <a:pt x="0" y="172402"/>
                </a:lnTo>
                <a:lnTo>
                  <a:pt x="215" y="177330"/>
                </a:lnTo>
                <a:lnTo>
                  <a:pt x="596" y="182206"/>
                </a:lnTo>
                <a:lnTo>
                  <a:pt x="78765" y="143522"/>
                </a:lnTo>
                <a:lnTo>
                  <a:pt x="78714" y="140639"/>
                </a:lnTo>
                <a:lnTo>
                  <a:pt x="89007" y="91825"/>
                </a:lnTo>
                <a:lnTo>
                  <a:pt x="116274" y="52125"/>
                </a:lnTo>
                <a:lnTo>
                  <a:pt x="156438" y="25548"/>
                </a:lnTo>
                <a:lnTo>
                  <a:pt x="205422" y="16103"/>
                </a:lnTo>
                <a:lnTo>
                  <a:pt x="239575" y="16103"/>
                </a:lnTo>
                <a:lnTo>
                  <a:pt x="228979" y="10980"/>
                </a:lnTo>
                <a:lnTo>
                  <a:pt x="200596" y="2953"/>
                </a:lnTo>
                <a:lnTo>
                  <a:pt x="170395" y="0"/>
                </a:lnTo>
                <a:close/>
              </a:path>
              <a:path w="278764" h="182245">
                <a:moveTo>
                  <a:pt x="239575" y="16103"/>
                </a:moveTo>
                <a:lnTo>
                  <a:pt x="205422" y="16103"/>
                </a:lnTo>
                <a:lnTo>
                  <a:pt x="225480" y="17880"/>
                </a:lnTo>
                <a:lnTo>
                  <a:pt x="244497" y="22680"/>
                </a:lnTo>
                <a:lnTo>
                  <a:pt x="262233" y="30250"/>
                </a:lnTo>
                <a:lnTo>
                  <a:pt x="278447" y="40335"/>
                </a:lnTo>
                <a:lnTo>
                  <a:pt x="255083" y="23601"/>
                </a:lnTo>
                <a:lnTo>
                  <a:pt x="239575" y="16103"/>
                </a:lnTo>
                <a:close/>
              </a:path>
            </a:pathLst>
          </a:custGeom>
          <a:solidFill>
            <a:srgbClr val="FBC0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5698530" y="4350123"/>
            <a:ext cx="168275" cy="288925"/>
          </a:xfrm>
          <a:custGeom>
            <a:avLst/>
            <a:gdLst/>
            <a:ahLst/>
            <a:cxnLst/>
            <a:rect l="l" t="t" r="r" b="b"/>
            <a:pathLst>
              <a:path w="168275" h="288925">
                <a:moveTo>
                  <a:pt x="49009" y="0"/>
                </a:moveTo>
                <a:lnTo>
                  <a:pt x="30430" y="21920"/>
                </a:lnTo>
                <a:lnTo>
                  <a:pt x="15727" y="46904"/>
                </a:lnTo>
                <a:lnTo>
                  <a:pt x="5412" y="74530"/>
                </a:lnTo>
                <a:lnTo>
                  <a:pt x="0" y="104381"/>
                </a:lnTo>
                <a:lnTo>
                  <a:pt x="1955" y="149642"/>
                </a:lnTo>
                <a:lnTo>
                  <a:pt x="15269" y="191360"/>
                </a:lnTo>
                <a:lnTo>
                  <a:pt x="38485" y="227787"/>
                </a:lnTo>
                <a:lnTo>
                  <a:pt x="70146" y="257173"/>
                </a:lnTo>
                <a:lnTo>
                  <a:pt x="108794" y="277771"/>
                </a:lnTo>
                <a:lnTo>
                  <a:pt x="152971" y="287832"/>
                </a:lnTo>
                <a:lnTo>
                  <a:pt x="167766" y="288480"/>
                </a:lnTo>
                <a:lnTo>
                  <a:pt x="135572" y="207429"/>
                </a:lnTo>
                <a:lnTo>
                  <a:pt x="133654" y="207327"/>
                </a:lnTo>
                <a:lnTo>
                  <a:pt x="132689" y="207238"/>
                </a:lnTo>
                <a:lnTo>
                  <a:pt x="84886" y="192994"/>
                </a:lnTo>
                <a:lnTo>
                  <a:pt x="47548" y="162580"/>
                </a:lnTo>
                <a:lnTo>
                  <a:pt x="24336" y="120386"/>
                </a:lnTo>
                <a:lnTo>
                  <a:pt x="18910" y="70802"/>
                </a:lnTo>
                <a:lnTo>
                  <a:pt x="22314" y="50951"/>
                </a:lnTo>
                <a:lnTo>
                  <a:pt x="28649" y="32386"/>
                </a:lnTo>
                <a:lnTo>
                  <a:pt x="37639" y="15329"/>
                </a:lnTo>
                <a:lnTo>
                  <a:pt x="49009" y="0"/>
                </a:lnTo>
                <a:close/>
              </a:path>
            </a:pathLst>
          </a:custGeom>
          <a:solidFill>
            <a:srgbClr val="2C28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5785715" y="4483432"/>
            <a:ext cx="275590" cy="186055"/>
          </a:xfrm>
          <a:custGeom>
            <a:avLst/>
            <a:gdLst/>
            <a:ahLst/>
            <a:cxnLst/>
            <a:rect l="l" t="t" r="r" b="b"/>
            <a:pathLst>
              <a:path w="275589" h="186054">
                <a:moveTo>
                  <a:pt x="0" y="148132"/>
                </a:moveTo>
                <a:lnTo>
                  <a:pt x="23740" y="164328"/>
                </a:lnTo>
                <a:lnTo>
                  <a:pt x="50126" y="176352"/>
                </a:lnTo>
                <a:lnTo>
                  <a:pt x="78684" y="183737"/>
                </a:lnTo>
                <a:lnTo>
                  <a:pt x="108940" y="186016"/>
                </a:lnTo>
                <a:lnTo>
                  <a:pt x="153750" y="179360"/>
                </a:lnTo>
                <a:lnTo>
                  <a:pt x="173496" y="170700"/>
                </a:lnTo>
                <a:lnTo>
                  <a:pt x="73558" y="170700"/>
                </a:lnTo>
                <a:lnTo>
                  <a:pt x="53465" y="169380"/>
                </a:lnTo>
                <a:lnTo>
                  <a:pt x="34345" y="165012"/>
                </a:lnTo>
                <a:lnTo>
                  <a:pt x="16442" y="157847"/>
                </a:lnTo>
                <a:lnTo>
                  <a:pt x="0" y="148132"/>
                </a:lnTo>
                <a:close/>
              </a:path>
              <a:path w="275589" h="186054">
                <a:moveTo>
                  <a:pt x="274574" y="0"/>
                </a:moveTo>
                <a:lnTo>
                  <a:pt x="197307" y="40449"/>
                </a:lnTo>
                <a:lnTo>
                  <a:pt x="197421" y="43332"/>
                </a:lnTo>
                <a:lnTo>
                  <a:pt x="188231" y="92365"/>
                </a:lnTo>
                <a:lnTo>
                  <a:pt x="161869" y="132667"/>
                </a:lnTo>
                <a:lnTo>
                  <a:pt x="122317" y="160143"/>
                </a:lnTo>
                <a:lnTo>
                  <a:pt x="73558" y="170700"/>
                </a:lnTo>
                <a:lnTo>
                  <a:pt x="173496" y="170700"/>
                </a:lnTo>
                <a:lnTo>
                  <a:pt x="227663" y="134889"/>
                </a:lnTo>
                <a:lnTo>
                  <a:pt x="253592" y="100341"/>
                </a:lnTo>
                <a:lnTo>
                  <a:pt x="270054" y="59761"/>
                </a:lnTo>
                <a:lnTo>
                  <a:pt x="275463" y="14782"/>
                </a:lnTo>
                <a:lnTo>
                  <a:pt x="275399" y="9791"/>
                </a:lnTo>
                <a:lnTo>
                  <a:pt x="275056" y="4876"/>
                </a:lnTo>
                <a:lnTo>
                  <a:pt x="274574" y="0"/>
                </a:lnTo>
                <a:close/>
              </a:path>
            </a:pathLst>
          </a:custGeom>
          <a:solidFill>
            <a:srgbClr val="FBC0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k object 24"/>
          <p:cNvSpPr/>
          <p:nvPr/>
        </p:nvSpPr>
        <p:spPr>
          <a:xfrm>
            <a:off x="5953075" y="4304561"/>
            <a:ext cx="151765" cy="299085"/>
          </a:xfrm>
          <a:custGeom>
            <a:avLst/>
            <a:gdLst/>
            <a:ahLst/>
            <a:cxnLst/>
            <a:rect l="l" t="t" r="r" b="b"/>
            <a:pathLst>
              <a:path w="151764" h="299085">
                <a:moveTo>
                  <a:pt x="0" y="0"/>
                </a:moveTo>
                <a:lnTo>
                  <a:pt x="24053" y="83832"/>
                </a:lnTo>
                <a:lnTo>
                  <a:pt x="25019" y="83997"/>
                </a:lnTo>
                <a:lnTo>
                  <a:pt x="25958" y="84112"/>
                </a:lnTo>
                <a:lnTo>
                  <a:pt x="26911" y="84302"/>
                </a:lnTo>
                <a:lnTo>
                  <a:pt x="73081" y="103174"/>
                </a:lnTo>
                <a:lnTo>
                  <a:pt x="107246" y="137110"/>
                </a:lnTo>
                <a:lnTo>
                  <a:pt x="126193" y="181384"/>
                </a:lnTo>
                <a:lnTo>
                  <a:pt x="126707" y="231266"/>
                </a:lnTo>
                <a:lnTo>
                  <a:pt x="121368" y="250690"/>
                </a:lnTo>
                <a:lnTo>
                  <a:pt x="113241" y="268541"/>
                </a:lnTo>
                <a:lnTo>
                  <a:pt x="102620" y="284630"/>
                </a:lnTo>
                <a:lnTo>
                  <a:pt x="89801" y="298767"/>
                </a:lnTo>
                <a:lnTo>
                  <a:pt x="110442" y="278781"/>
                </a:lnTo>
                <a:lnTo>
                  <a:pt x="127533" y="255362"/>
                </a:lnTo>
                <a:lnTo>
                  <a:pt x="140518" y="228880"/>
                </a:lnTo>
                <a:lnTo>
                  <a:pt x="148844" y="199707"/>
                </a:lnTo>
                <a:lnTo>
                  <a:pt x="151343" y="154474"/>
                </a:lnTo>
                <a:lnTo>
                  <a:pt x="142194" y="111647"/>
                </a:lnTo>
                <a:lnTo>
                  <a:pt x="122674" y="73112"/>
                </a:lnTo>
                <a:lnTo>
                  <a:pt x="94059" y="40752"/>
                </a:lnTo>
                <a:lnTo>
                  <a:pt x="57627" y="16452"/>
                </a:lnTo>
                <a:lnTo>
                  <a:pt x="14655" y="2095"/>
                </a:lnTo>
                <a:lnTo>
                  <a:pt x="4876" y="495"/>
                </a:lnTo>
                <a:lnTo>
                  <a:pt x="0" y="0"/>
                </a:lnTo>
                <a:close/>
              </a:path>
            </a:pathLst>
          </a:custGeom>
          <a:solidFill>
            <a:srgbClr val="2C28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k object 25"/>
          <p:cNvSpPr/>
          <p:nvPr/>
        </p:nvSpPr>
        <p:spPr>
          <a:xfrm>
            <a:off x="4587058" y="4374309"/>
            <a:ext cx="353060" cy="259715"/>
          </a:xfrm>
          <a:custGeom>
            <a:avLst/>
            <a:gdLst/>
            <a:ahLst/>
            <a:cxnLst/>
            <a:rect l="l" t="t" r="r" b="b"/>
            <a:pathLst>
              <a:path w="353060" h="259714">
                <a:moveTo>
                  <a:pt x="345693" y="0"/>
                </a:moveTo>
                <a:lnTo>
                  <a:pt x="120497" y="0"/>
                </a:lnTo>
                <a:lnTo>
                  <a:pt x="106305" y="360"/>
                </a:lnTo>
                <a:lnTo>
                  <a:pt x="59862" y="8988"/>
                </a:lnTo>
                <a:lnTo>
                  <a:pt x="23812" y="33662"/>
                </a:lnTo>
                <a:lnTo>
                  <a:pt x="9683" y="71707"/>
                </a:lnTo>
                <a:lnTo>
                  <a:pt x="9283" y="80619"/>
                </a:lnTo>
                <a:lnTo>
                  <a:pt x="9648" y="88761"/>
                </a:lnTo>
                <a:lnTo>
                  <a:pt x="27296" y="129391"/>
                </a:lnTo>
                <a:lnTo>
                  <a:pt x="63131" y="149580"/>
                </a:lnTo>
                <a:lnTo>
                  <a:pt x="106565" y="155041"/>
                </a:lnTo>
                <a:lnTo>
                  <a:pt x="257213" y="155041"/>
                </a:lnTo>
                <a:lnTo>
                  <a:pt x="264172" y="156413"/>
                </a:lnTo>
                <a:lnTo>
                  <a:pt x="268566" y="159321"/>
                </a:lnTo>
                <a:lnTo>
                  <a:pt x="272973" y="162153"/>
                </a:lnTo>
                <a:lnTo>
                  <a:pt x="275170" y="166877"/>
                </a:lnTo>
                <a:lnTo>
                  <a:pt x="275170" y="180352"/>
                </a:lnTo>
                <a:lnTo>
                  <a:pt x="272973" y="185191"/>
                </a:lnTo>
                <a:lnTo>
                  <a:pt x="264172" y="191147"/>
                </a:lnTo>
                <a:lnTo>
                  <a:pt x="257213" y="192633"/>
                </a:lnTo>
                <a:lnTo>
                  <a:pt x="51523" y="192633"/>
                </a:lnTo>
                <a:lnTo>
                  <a:pt x="0" y="259308"/>
                </a:lnTo>
                <a:lnTo>
                  <a:pt x="241426" y="259308"/>
                </a:lnTo>
                <a:lnTo>
                  <a:pt x="255637" y="258942"/>
                </a:lnTo>
                <a:lnTo>
                  <a:pt x="302113" y="250250"/>
                </a:lnTo>
                <a:lnTo>
                  <a:pt x="338426" y="224701"/>
                </a:lnTo>
                <a:lnTo>
                  <a:pt x="352291" y="184056"/>
                </a:lnTo>
                <a:lnTo>
                  <a:pt x="352678" y="174421"/>
                </a:lnTo>
                <a:lnTo>
                  <a:pt x="351126" y="157717"/>
                </a:lnTo>
                <a:lnTo>
                  <a:pt x="327863" y="121107"/>
                </a:lnTo>
                <a:lnTo>
                  <a:pt x="277806" y="104572"/>
                </a:lnTo>
                <a:lnTo>
                  <a:pt x="255409" y="103466"/>
                </a:lnTo>
                <a:lnTo>
                  <a:pt x="104990" y="103466"/>
                </a:lnTo>
                <a:lnTo>
                  <a:pt x="98107" y="102146"/>
                </a:lnTo>
                <a:lnTo>
                  <a:pt x="89065" y="96685"/>
                </a:lnTo>
                <a:lnTo>
                  <a:pt x="86791" y="91998"/>
                </a:lnTo>
                <a:lnTo>
                  <a:pt x="86791" y="78562"/>
                </a:lnTo>
                <a:lnTo>
                  <a:pt x="89065" y="73901"/>
                </a:lnTo>
                <a:lnTo>
                  <a:pt x="93586" y="71285"/>
                </a:lnTo>
                <a:lnTo>
                  <a:pt x="98107" y="68719"/>
                </a:lnTo>
                <a:lnTo>
                  <a:pt x="104990" y="67449"/>
                </a:lnTo>
                <a:lnTo>
                  <a:pt x="294157" y="67449"/>
                </a:lnTo>
                <a:lnTo>
                  <a:pt x="345693" y="0"/>
                </a:lnTo>
                <a:close/>
              </a:path>
            </a:pathLst>
          </a:custGeom>
          <a:solidFill>
            <a:srgbClr val="2C28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k object 26"/>
          <p:cNvSpPr/>
          <p:nvPr/>
        </p:nvSpPr>
        <p:spPr>
          <a:xfrm>
            <a:off x="4927724" y="4374303"/>
            <a:ext cx="346710" cy="259715"/>
          </a:xfrm>
          <a:custGeom>
            <a:avLst/>
            <a:gdLst/>
            <a:ahLst/>
            <a:cxnLst/>
            <a:rect l="l" t="t" r="r" b="b"/>
            <a:pathLst>
              <a:path w="346710" h="259714">
                <a:moveTo>
                  <a:pt x="201930" y="67462"/>
                </a:moveTo>
                <a:lnTo>
                  <a:pt x="121704" y="67462"/>
                </a:lnTo>
                <a:lnTo>
                  <a:pt x="121704" y="259283"/>
                </a:lnTo>
                <a:lnTo>
                  <a:pt x="201930" y="259283"/>
                </a:lnTo>
                <a:lnTo>
                  <a:pt x="201930" y="67462"/>
                </a:lnTo>
                <a:close/>
              </a:path>
              <a:path w="346710" h="259714">
                <a:moveTo>
                  <a:pt x="346494" y="0"/>
                </a:moveTo>
                <a:lnTo>
                  <a:pt x="51930" y="0"/>
                </a:lnTo>
                <a:lnTo>
                  <a:pt x="0" y="67462"/>
                </a:lnTo>
                <a:lnTo>
                  <a:pt x="294525" y="67462"/>
                </a:lnTo>
                <a:lnTo>
                  <a:pt x="346494" y="0"/>
                </a:lnTo>
                <a:close/>
              </a:path>
            </a:pathLst>
          </a:custGeom>
          <a:solidFill>
            <a:srgbClr val="2C28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k object 27"/>
          <p:cNvSpPr/>
          <p:nvPr/>
        </p:nvSpPr>
        <p:spPr>
          <a:xfrm>
            <a:off x="5271846" y="4374291"/>
            <a:ext cx="343535" cy="259715"/>
          </a:xfrm>
          <a:custGeom>
            <a:avLst/>
            <a:gdLst/>
            <a:ahLst/>
            <a:cxnLst/>
            <a:rect l="l" t="t" r="r" b="b"/>
            <a:pathLst>
              <a:path w="343535" h="259714">
                <a:moveTo>
                  <a:pt x="215925" y="0"/>
                </a:moveTo>
                <a:lnTo>
                  <a:pt x="53124" y="0"/>
                </a:lnTo>
                <a:lnTo>
                  <a:pt x="0" y="67462"/>
                </a:lnTo>
                <a:lnTo>
                  <a:pt x="223291" y="67462"/>
                </a:lnTo>
                <a:lnTo>
                  <a:pt x="232076" y="67954"/>
                </a:lnTo>
                <a:lnTo>
                  <a:pt x="262445" y="87871"/>
                </a:lnTo>
                <a:lnTo>
                  <a:pt x="262445" y="105956"/>
                </a:lnTo>
                <a:lnTo>
                  <a:pt x="223291" y="126758"/>
                </a:lnTo>
                <a:lnTo>
                  <a:pt x="0" y="126758"/>
                </a:lnTo>
                <a:lnTo>
                  <a:pt x="0" y="259321"/>
                </a:lnTo>
                <a:lnTo>
                  <a:pt x="79908" y="259321"/>
                </a:lnTo>
                <a:lnTo>
                  <a:pt x="79908" y="193027"/>
                </a:lnTo>
                <a:lnTo>
                  <a:pt x="215544" y="193027"/>
                </a:lnTo>
                <a:lnTo>
                  <a:pt x="257174" y="189089"/>
                </a:lnTo>
                <a:lnTo>
                  <a:pt x="300830" y="172510"/>
                </a:lnTo>
                <a:lnTo>
                  <a:pt x="329751" y="145121"/>
                </a:lnTo>
                <a:lnTo>
                  <a:pt x="342510" y="107905"/>
                </a:lnTo>
                <a:lnTo>
                  <a:pt x="343039" y="97320"/>
                </a:lnTo>
                <a:lnTo>
                  <a:pt x="342510" y="86702"/>
                </a:lnTo>
                <a:lnTo>
                  <a:pt x="329760" y="49186"/>
                </a:lnTo>
                <a:lnTo>
                  <a:pt x="301120" y="21088"/>
                </a:lnTo>
                <a:lnTo>
                  <a:pt x="257562" y="4045"/>
                </a:lnTo>
                <a:lnTo>
                  <a:pt x="230617" y="448"/>
                </a:lnTo>
                <a:lnTo>
                  <a:pt x="215925" y="0"/>
                </a:lnTo>
                <a:close/>
              </a:path>
            </a:pathLst>
          </a:custGeom>
          <a:solidFill>
            <a:srgbClr val="2C287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k object 28"/>
          <p:cNvSpPr/>
          <p:nvPr/>
        </p:nvSpPr>
        <p:spPr>
          <a:xfrm>
            <a:off x="4588164" y="4724207"/>
            <a:ext cx="166522" cy="1550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k object 29"/>
          <p:cNvSpPr/>
          <p:nvPr/>
        </p:nvSpPr>
        <p:spPr>
          <a:xfrm>
            <a:off x="4778439" y="4724216"/>
            <a:ext cx="147967" cy="1550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k object 30"/>
          <p:cNvSpPr/>
          <p:nvPr/>
        </p:nvSpPr>
        <p:spPr>
          <a:xfrm>
            <a:off x="4961618" y="4724204"/>
            <a:ext cx="169265" cy="1550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k object 31"/>
          <p:cNvSpPr/>
          <p:nvPr/>
        </p:nvSpPr>
        <p:spPr>
          <a:xfrm>
            <a:off x="5162279" y="4724209"/>
            <a:ext cx="215404" cy="15506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k object 32"/>
          <p:cNvSpPr/>
          <p:nvPr/>
        </p:nvSpPr>
        <p:spPr>
          <a:xfrm>
            <a:off x="5445106" y="4724209"/>
            <a:ext cx="0" cy="155575"/>
          </a:xfrm>
          <a:custGeom>
            <a:avLst/>
            <a:gdLst/>
            <a:ahLst/>
            <a:cxnLst/>
            <a:rect l="l" t="t" r="r" b="b"/>
            <a:pathLst>
              <a:path h="155575">
                <a:moveTo>
                  <a:pt x="0" y="0"/>
                </a:moveTo>
                <a:lnTo>
                  <a:pt x="0" y="155066"/>
                </a:lnTo>
              </a:path>
            </a:pathLst>
          </a:custGeom>
          <a:ln w="44208">
            <a:solidFill>
              <a:srgbClr val="FBC00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k object 33"/>
          <p:cNvSpPr/>
          <p:nvPr/>
        </p:nvSpPr>
        <p:spPr>
          <a:xfrm>
            <a:off x="5512526" y="4724211"/>
            <a:ext cx="175272" cy="15506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k object 34"/>
          <p:cNvSpPr/>
          <p:nvPr/>
        </p:nvSpPr>
        <p:spPr>
          <a:xfrm>
            <a:off x="5708016" y="4724213"/>
            <a:ext cx="214299" cy="15506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k object 35"/>
          <p:cNvSpPr/>
          <p:nvPr/>
        </p:nvSpPr>
        <p:spPr>
          <a:xfrm>
            <a:off x="5942233" y="4724211"/>
            <a:ext cx="140055" cy="15506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2" y="38"/>
            <a:ext cx="10692130" cy="7560309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79"/>
                </a:moveTo>
                <a:lnTo>
                  <a:pt x="10691964" y="7559979"/>
                </a:lnTo>
                <a:lnTo>
                  <a:pt x="10691964" y="0"/>
                </a:lnTo>
                <a:lnTo>
                  <a:pt x="0" y="0"/>
                </a:lnTo>
                <a:lnTo>
                  <a:pt x="0" y="7559979"/>
                </a:lnTo>
                <a:close/>
              </a:path>
            </a:pathLst>
          </a:custGeom>
          <a:solidFill>
            <a:srgbClr val="5074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4328707" y="6015093"/>
            <a:ext cx="1174115" cy="332105"/>
          </a:xfrm>
          <a:custGeom>
            <a:avLst/>
            <a:gdLst/>
            <a:ahLst/>
            <a:cxnLst/>
            <a:rect l="l" t="t" r="r" b="b"/>
            <a:pathLst>
              <a:path w="1174114" h="332104">
                <a:moveTo>
                  <a:pt x="167398" y="0"/>
                </a:moveTo>
                <a:lnTo>
                  <a:pt x="118927" y="6280"/>
                </a:lnTo>
                <a:lnTo>
                  <a:pt x="77827" y="23880"/>
                </a:lnTo>
                <a:lnTo>
                  <a:pt x="44742" y="50941"/>
                </a:lnTo>
                <a:lnTo>
                  <a:pt x="20313" y="85601"/>
                </a:lnTo>
                <a:lnTo>
                  <a:pt x="5185" y="126001"/>
                </a:lnTo>
                <a:lnTo>
                  <a:pt x="0" y="170281"/>
                </a:lnTo>
                <a:lnTo>
                  <a:pt x="6848" y="219533"/>
                </a:lnTo>
                <a:lnTo>
                  <a:pt x="25724" y="259901"/>
                </a:lnTo>
                <a:lnTo>
                  <a:pt x="54125" y="291353"/>
                </a:lnTo>
                <a:lnTo>
                  <a:pt x="89549" y="313859"/>
                </a:lnTo>
                <a:lnTo>
                  <a:pt x="129491" y="327385"/>
                </a:lnTo>
                <a:lnTo>
                  <a:pt x="171450" y="331901"/>
                </a:lnTo>
                <a:lnTo>
                  <a:pt x="199755" y="329718"/>
                </a:lnTo>
                <a:lnTo>
                  <a:pt x="231752" y="323964"/>
                </a:lnTo>
                <a:lnTo>
                  <a:pt x="250234" y="319201"/>
                </a:lnTo>
                <a:lnTo>
                  <a:pt x="182994" y="319201"/>
                </a:lnTo>
                <a:lnTo>
                  <a:pt x="136753" y="312580"/>
                </a:lnTo>
                <a:lnTo>
                  <a:pt x="97598" y="293379"/>
                </a:lnTo>
                <a:lnTo>
                  <a:pt x="67360" y="262598"/>
                </a:lnTo>
                <a:lnTo>
                  <a:pt x="47873" y="221233"/>
                </a:lnTo>
                <a:lnTo>
                  <a:pt x="40970" y="170281"/>
                </a:lnTo>
                <a:lnTo>
                  <a:pt x="46197" y="125985"/>
                </a:lnTo>
                <a:lnTo>
                  <a:pt x="62009" y="83963"/>
                </a:lnTo>
                <a:lnTo>
                  <a:pt x="88600" y="48563"/>
                </a:lnTo>
                <a:lnTo>
                  <a:pt x="126163" y="24133"/>
                </a:lnTo>
                <a:lnTo>
                  <a:pt x="174891" y="15024"/>
                </a:lnTo>
                <a:lnTo>
                  <a:pt x="246128" y="15024"/>
                </a:lnTo>
                <a:lnTo>
                  <a:pt x="231465" y="8948"/>
                </a:lnTo>
                <a:lnTo>
                  <a:pt x="200784" y="2147"/>
                </a:lnTo>
                <a:lnTo>
                  <a:pt x="167398" y="0"/>
                </a:lnTo>
                <a:close/>
              </a:path>
              <a:path w="1174114" h="332104">
                <a:moveTo>
                  <a:pt x="290360" y="187032"/>
                </a:moveTo>
                <a:lnTo>
                  <a:pt x="253403" y="187032"/>
                </a:lnTo>
                <a:lnTo>
                  <a:pt x="253403" y="299021"/>
                </a:lnTo>
                <a:lnTo>
                  <a:pt x="235741" y="306787"/>
                </a:lnTo>
                <a:lnTo>
                  <a:pt x="217755" y="313212"/>
                </a:lnTo>
                <a:lnTo>
                  <a:pt x="199991" y="317586"/>
                </a:lnTo>
                <a:lnTo>
                  <a:pt x="182994" y="319201"/>
                </a:lnTo>
                <a:lnTo>
                  <a:pt x="250234" y="319201"/>
                </a:lnTo>
                <a:lnTo>
                  <a:pt x="263325" y="315828"/>
                </a:lnTo>
                <a:lnTo>
                  <a:pt x="290360" y="306501"/>
                </a:lnTo>
                <a:lnTo>
                  <a:pt x="290360" y="187032"/>
                </a:lnTo>
                <a:close/>
              </a:path>
              <a:path w="1174114" h="332104">
                <a:moveTo>
                  <a:pt x="246128" y="15024"/>
                </a:moveTo>
                <a:lnTo>
                  <a:pt x="174891" y="15024"/>
                </a:lnTo>
                <a:lnTo>
                  <a:pt x="202955" y="17009"/>
                </a:lnTo>
                <a:lnTo>
                  <a:pt x="229230" y="24838"/>
                </a:lnTo>
                <a:lnTo>
                  <a:pt x="253878" y="41320"/>
                </a:lnTo>
                <a:lnTo>
                  <a:pt x="277063" y="69265"/>
                </a:lnTo>
                <a:lnTo>
                  <a:pt x="288607" y="38671"/>
                </a:lnTo>
                <a:lnTo>
                  <a:pt x="260415" y="20943"/>
                </a:lnTo>
                <a:lnTo>
                  <a:pt x="246128" y="15024"/>
                </a:lnTo>
                <a:close/>
              </a:path>
              <a:path w="1174114" h="332104">
                <a:moveTo>
                  <a:pt x="460794" y="64211"/>
                </a:moveTo>
                <a:lnTo>
                  <a:pt x="333171" y="64211"/>
                </a:lnTo>
                <a:lnTo>
                  <a:pt x="333171" y="302983"/>
                </a:lnTo>
                <a:lnTo>
                  <a:pt x="478409" y="302983"/>
                </a:lnTo>
                <a:lnTo>
                  <a:pt x="483968" y="287794"/>
                </a:lnTo>
                <a:lnTo>
                  <a:pt x="365391" y="287794"/>
                </a:lnTo>
                <a:lnTo>
                  <a:pt x="365391" y="189953"/>
                </a:lnTo>
                <a:lnTo>
                  <a:pt x="450519" y="189725"/>
                </a:lnTo>
                <a:lnTo>
                  <a:pt x="450885" y="177838"/>
                </a:lnTo>
                <a:lnTo>
                  <a:pt x="365988" y="177838"/>
                </a:lnTo>
                <a:lnTo>
                  <a:pt x="365988" y="79997"/>
                </a:lnTo>
                <a:lnTo>
                  <a:pt x="467095" y="79997"/>
                </a:lnTo>
                <a:lnTo>
                  <a:pt x="460794" y="64211"/>
                </a:lnTo>
                <a:close/>
              </a:path>
              <a:path w="1174114" h="332104">
                <a:moveTo>
                  <a:pt x="485089" y="284734"/>
                </a:moveTo>
                <a:lnTo>
                  <a:pt x="459985" y="286503"/>
                </a:lnTo>
                <a:lnTo>
                  <a:pt x="423649" y="287412"/>
                </a:lnTo>
                <a:lnTo>
                  <a:pt x="365391" y="287794"/>
                </a:lnTo>
                <a:lnTo>
                  <a:pt x="483968" y="287794"/>
                </a:lnTo>
                <a:lnTo>
                  <a:pt x="485089" y="284734"/>
                </a:lnTo>
                <a:close/>
              </a:path>
              <a:path w="1174114" h="332104">
                <a:moveTo>
                  <a:pt x="450519" y="189725"/>
                </a:moveTo>
                <a:lnTo>
                  <a:pt x="389532" y="189725"/>
                </a:lnTo>
                <a:lnTo>
                  <a:pt x="411795" y="189955"/>
                </a:lnTo>
                <a:lnTo>
                  <a:pt x="432123" y="190645"/>
                </a:lnTo>
                <a:lnTo>
                  <a:pt x="450456" y="191795"/>
                </a:lnTo>
                <a:lnTo>
                  <a:pt x="450519" y="189725"/>
                </a:lnTo>
                <a:close/>
              </a:path>
              <a:path w="1174114" h="332104">
                <a:moveTo>
                  <a:pt x="451053" y="172364"/>
                </a:moveTo>
                <a:lnTo>
                  <a:pt x="429639" y="174059"/>
                </a:lnTo>
                <a:lnTo>
                  <a:pt x="382258" y="176114"/>
                </a:lnTo>
                <a:lnTo>
                  <a:pt x="365988" y="177838"/>
                </a:lnTo>
                <a:lnTo>
                  <a:pt x="450885" y="177838"/>
                </a:lnTo>
                <a:lnTo>
                  <a:pt x="451053" y="172364"/>
                </a:lnTo>
                <a:close/>
              </a:path>
              <a:path w="1174114" h="332104">
                <a:moveTo>
                  <a:pt x="467095" y="79997"/>
                </a:moveTo>
                <a:lnTo>
                  <a:pt x="406692" y="79997"/>
                </a:lnTo>
                <a:lnTo>
                  <a:pt x="423824" y="80118"/>
                </a:lnTo>
                <a:lnTo>
                  <a:pt x="440594" y="80522"/>
                </a:lnTo>
                <a:lnTo>
                  <a:pt x="455755" y="81267"/>
                </a:lnTo>
                <a:lnTo>
                  <a:pt x="468058" y="82410"/>
                </a:lnTo>
                <a:lnTo>
                  <a:pt x="467095" y="79997"/>
                </a:lnTo>
                <a:close/>
              </a:path>
              <a:path w="1174114" h="332104">
                <a:moveTo>
                  <a:pt x="560356" y="105498"/>
                </a:moveTo>
                <a:lnTo>
                  <a:pt x="524332" y="105498"/>
                </a:lnTo>
                <a:lnTo>
                  <a:pt x="659588" y="261600"/>
                </a:lnTo>
                <a:lnTo>
                  <a:pt x="685386" y="290175"/>
                </a:lnTo>
                <a:lnTo>
                  <a:pt x="706005" y="311518"/>
                </a:lnTo>
                <a:lnTo>
                  <a:pt x="705001" y="264263"/>
                </a:lnTo>
                <a:lnTo>
                  <a:pt x="704920" y="248894"/>
                </a:lnTo>
                <a:lnTo>
                  <a:pt x="688403" y="248894"/>
                </a:lnTo>
                <a:lnTo>
                  <a:pt x="582681" y="130702"/>
                </a:lnTo>
                <a:lnTo>
                  <a:pt x="560356" y="105498"/>
                </a:lnTo>
                <a:close/>
              </a:path>
              <a:path w="1174114" h="332104">
                <a:moveTo>
                  <a:pt x="524332" y="64211"/>
                </a:moveTo>
                <a:lnTo>
                  <a:pt x="504240" y="64211"/>
                </a:lnTo>
                <a:lnTo>
                  <a:pt x="506679" y="85471"/>
                </a:lnTo>
                <a:lnTo>
                  <a:pt x="506902" y="130702"/>
                </a:lnTo>
                <a:lnTo>
                  <a:pt x="506929" y="154947"/>
                </a:lnTo>
                <a:lnTo>
                  <a:pt x="506805" y="248894"/>
                </a:lnTo>
                <a:lnTo>
                  <a:pt x="506679" y="302983"/>
                </a:lnTo>
                <a:lnTo>
                  <a:pt x="524332" y="302983"/>
                </a:lnTo>
                <a:lnTo>
                  <a:pt x="524332" y="105498"/>
                </a:lnTo>
                <a:lnTo>
                  <a:pt x="560356" y="105498"/>
                </a:lnTo>
                <a:lnTo>
                  <a:pt x="545233" y="88426"/>
                </a:lnTo>
                <a:lnTo>
                  <a:pt x="524332" y="64211"/>
                </a:lnTo>
                <a:close/>
              </a:path>
              <a:path w="1174114" h="332104">
                <a:moveTo>
                  <a:pt x="705396" y="64211"/>
                </a:moveTo>
                <a:lnTo>
                  <a:pt x="687768" y="64211"/>
                </a:lnTo>
                <a:lnTo>
                  <a:pt x="688135" y="102195"/>
                </a:lnTo>
                <a:lnTo>
                  <a:pt x="688324" y="154947"/>
                </a:lnTo>
                <a:lnTo>
                  <a:pt x="688403" y="248894"/>
                </a:lnTo>
                <a:lnTo>
                  <a:pt x="704920" y="248894"/>
                </a:lnTo>
                <a:lnTo>
                  <a:pt x="704783" y="222636"/>
                </a:lnTo>
                <a:lnTo>
                  <a:pt x="704904" y="160262"/>
                </a:lnTo>
                <a:lnTo>
                  <a:pt x="705224" y="109698"/>
                </a:lnTo>
                <a:lnTo>
                  <a:pt x="705396" y="64211"/>
                </a:lnTo>
                <a:close/>
              </a:path>
              <a:path w="1174114" h="332104">
                <a:moveTo>
                  <a:pt x="1067765" y="61163"/>
                </a:moveTo>
                <a:lnTo>
                  <a:pt x="1061085" y="61163"/>
                </a:lnTo>
                <a:lnTo>
                  <a:pt x="954735" y="302983"/>
                </a:lnTo>
                <a:lnTo>
                  <a:pt x="971727" y="302983"/>
                </a:lnTo>
                <a:lnTo>
                  <a:pt x="1007618" y="221576"/>
                </a:lnTo>
                <a:lnTo>
                  <a:pt x="1137286" y="221576"/>
                </a:lnTo>
                <a:lnTo>
                  <a:pt x="1130215" y="205752"/>
                </a:lnTo>
                <a:lnTo>
                  <a:pt x="1014298" y="205752"/>
                </a:lnTo>
                <a:lnTo>
                  <a:pt x="1054976" y="110350"/>
                </a:lnTo>
                <a:lnTo>
                  <a:pt x="1088084" y="110350"/>
                </a:lnTo>
                <a:lnTo>
                  <a:pt x="1078039" y="87299"/>
                </a:lnTo>
                <a:lnTo>
                  <a:pt x="1067765" y="61163"/>
                </a:lnTo>
                <a:close/>
              </a:path>
              <a:path w="1174114" h="332104">
                <a:moveTo>
                  <a:pt x="1137286" y="221576"/>
                </a:moveTo>
                <a:lnTo>
                  <a:pt x="1102372" y="221576"/>
                </a:lnTo>
                <a:lnTo>
                  <a:pt x="1111197" y="242490"/>
                </a:lnTo>
                <a:lnTo>
                  <a:pt x="1120013" y="263642"/>
                </a:lnTo>
                <a:lnTo>
                  <a:pt x="1128361" y="284113"/>
                </a:lnTo>
                <a:lnTo>
                  <a:pt x="1135786" y="302983"/>
                </a:lnTo>
                <a:lnTo>
                  <a:pt x="1174076" y="302983"/>
                </a:lnTo>
                <a:lnTo>
                  <a:pt x="1160648" y="273497"/>
                </a:lnTo>
                <a:lnTo>
                  <a:pt x="1142202" y="232578"/>
                </a:lnTo>
                <a:lnTo>
                  <a:pt x="1137286" y="221576"/>
                </a:lnTo>
                <a:close/>
              </a:path>
              <a:path w="1174114" h="332104">
                <a:moveTo>
                  <a:pt x="1088084" y="110350"/>
                </a:moveTo>
                <a:lnTo>
                  <a:pt x="1054976" y="110350"/>
                </a:lnTo>
                <a:lnTo>
                  <a:pt x="1061691" y="125862"/>
                </a:lnTo>
                <a:lnTo>
                  <a:pt x="1071694" y="149178"/>
                </a:lnTo>
                <a:lnTo>
                  <a:pt x="1083513" y="176931"/>
                </a:lnTo>
                <a:lnTo>
                  <a:pt x="1095679" y="205752"/>
                </a:lnTo>
                <a:lnTo>
                  <a:pt x="1130215" y="205752"/>
                </a:lnTo>
                <a:lnTo>
                  <a:pt x="1120867" y="184835"/>
                </a:lnTo>
                <a:lnTo>
                  <a:pt x="1098770" y="134873"/>
                </a:lnTo>
                <a:lnTo>
                  <a:pt x="1088084" y="110350"/>
                </a:lnTo>
                <a:close/>
              </a:path>
              <a:path w="1174114" h="332104">
                <a:moveTo>
                  <a:pt x="795010" y="105498"/>
                </a:moveTo>
                <a:lnTo>
                  <a:pt x="758977" y="105498"/>
                </a:lnTo>
                <a:lnTo>
                  <a:pt x="894243" y="261600"/>
                </a:lnTo>
                <a:lnTo>
                  <a:pt x="920038" y="290175"/>
                </a:lnTo>
                <a:lnTo>
                  <a:pt x="940650" y="311518"/>
                </a:lnTo>
                <a:lnTo>
                  <a:pt x="939643" y="264263"/>
                </a:lnTo>
                <a:lnTo>
                  <a:pt x="939561" y="248894"/>
                </a:lnTo>
                <a:lnTo>
                  <a:pt x="922997" y="248894"/>
                </a:lnTo>
                <a:lnTo>
                  <a:pt x="817332" y="130702"/>
                </a:lnTo>
                <a:lnTo>
                  <a:pt x="795010" y="105498"/>
                </a:lnTo>
                <a:close/>
              </a:path>
              <a:path w="1174114" h="332104">
                <a:moveTo>
                  <a:pt x="758977" y="64211"/>
                </a:moveTo>
                <a:lnTo>
                  <a:pt x="738911" y="64211"/>
                </a:lnTo>
                <a:lnTo>
                  <a:pt x="741362" y="85471"/>
                </a:lnTo>
                <a:lnTo>
                  <a:pt x="741585" y="130702"/>
                </a:lnTo>
                <a:lnTo>
                  <a:pt x="741612" y="154947"/>
                </a:lnTo>
                <a:lnTo>
                  <a:pt x="741488" y="248894"/>
                </a:lnTo>
                <a:lnTo>
                  <a:pt x="741362" y="302983"/>
                </a:lnTo>
                <a:lnTo>
                  <a:pt x="758977" y="302983"/>
                </a:lnTo>
                <a:lnTo>
                  <a:pt x="758977" y="105498"/>
                </a:lnTo>
                <a:lnTo>
                  <a:pt x="795010" y="105498"/>
                </a:lnTo>
                <a:lnTo>
                  <a:pt x="779890" y="88426"/>
                </a:lnTo>
                <a:lnTo>
                  <a:pt x="758977" y="64211"/>
                </a:lnTo>
                <a:close/>
              </a:path>
              <a:path w="1174114" h="332104">
                <a:moveTo>
                  <a:pt x="940015" y="64211"/>
                </a:moveTo>
                <a:lnTo>
                  <a:pt x="922439" y="64211"/>
                </a:lnTo>
                <a:lnTo>
                  <a:pt x="922762" y="102195"/>
                </a:lnTo>
                <a:lnTo>
                  <a:pt x="922873" y="137647"/>
                </a:lnTo>
                <a:lnTo>
                  <a:pt x="922997" y="248894"/>
                </a:lnTo>
                <a:lnTo>
                  <a:pt x="939561" y="248894"/>
                </a:lnTo>
                <a:lnTo>
                  <a:pt x="939421" y="222636"/>
                </a:lnTo>
                <a:lnTo>
                  <a:pt x="939533" y="160262"/>
                </a:lnTo>
                <a:lnTo>
                  <a:pt x="939846" y="109698"/>
                </a:lnTo>
                <a:lnTo>
                  <a:pt x="940015" y="642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5727518" y="6075927"/>
            <a:ext cx="219710" cy="242570"/>
          </a:xfrm>
          <a:custGeom>
            <a:avLst/>
            <a:gdLst/>
            <a:ahLst/>
            <a:cxnLst/>
            <a:rect l="l" t="t" r="r" b="b"/>
            <a:pathLst>
              <a:path w="219710" h="242570">
                <a:moveTo>
                  <a:pt x="113157" y="0"/>
                </a:moveTo>
                <a:lnTo>
                  <a:pt x="106426" y="0"/>
                </a:lnTo>
                <a:lnTo>
                  <a:pt x="0" y="242150"/>
                </a:lnTo>
                <a:lnTo>
                  <a:pt x="17030" y="242150"/>
                </a:lnTo>
                <a:lnTo>
                  <a:pt x="52895" y="160629"/>
                </a:lnTo>
                <a:lnTo>
                  <a:pt x="182795" y="160629"/>
                </a:lnTo>
                <a:lnTo>
                  <a:pt x="175727" y="144805"/>
                </a:lnTo>
                <a:lnTo>
                  <a:pt x="59588" y="144805"/>
                </a:lnTo>
                <a:lnTo>
                  <a:pt x="100342" y="49301"/>
                </a:lnTo>
                <a:lnTo>
                  <a:pt x="133563" y="49301"/>
                </a:lnTo>
                <a:lnTo>
                  <a:pt x="123482" y="26162"/>
                </a:lnTo>
                <a:lnTo>
                  <a:pt x="119457" y="16052"/>
                </a:lnTo>
                <a:lnTo>
                  <a:pt x="113157" y="0"/>
                </a:lnTo>
                <a:close/>
              </a:path>
              <a:path w="219710" h="242570">
                <a:moveTo>
                  <a:pt x="182795" y="160629"/>
                </a:moveTo>
                <a:lnTo>
                  <a:pt x="147802" y="160629"/>
                </a:lnTo>
                <a:lnTo>
                  <a:pt x="156626" y="181568"/>
                </a:lnTo>
                <a:lnTo>
                  <a:pt x="165446" y="202742"/>
                </a:lnTo>
                <a:lnTo>
                  <a:pt x="173812" y="223240"/>
                </a:lnTo>
                <a:lnTo>
                  <a:pt x="181279" y="242150"/>
                </a:lnTo>
                <a:lnTo>
                  <a:pt x="219621" y="242150"/>
                </a:lnTo>
                <a:lnTo>
                  <a:pt x="206180" y="212622"/>
                </a:lnTo>
                <a:lnTo>
                  <a:pt x="187716" y="171645"/>
                </a:lnTo>
                <a:lnTo>
                  <a:pt x="182795" y="160629"/>
                </a:lnTo>
                <a:close/>
              </a:path>
              <a:path w="219710" h="242570">
                <a:moveTo>
                  <a:pt x="133563" y="49301"/>
                </a:moveTo>
                <a:lnTo>
                  <a:pt x="100342" y="49301"/>
                </a:lnTo>
                <a:lnTo>
                  <a:pt x="107058" y="64818"/>
                </a:lnTo>
                <a:lnTo>
                  <a:pt x="117089" y="88152"/>
                </a:lnTo>
                <a:lnTo>
                  <a:pt x="128951" y="115936"/>
                </a:lnTo>
                <a:lnTo>
                  <a:pt x="141160" y="144805"/>
                </a:lnTo>
                <a:lnTo>
                  <a:pt x="175727" y="144805"/>
                </a:lnTo>
                <a:lnTo>
                  <a:pt x="166359" y="123833"/>
                </a:lnTo>
                <a:lnTo>
                  <a:pt x="144237" y="73801"/>
                </a:lnTo>
                <a:lnTo>
                  <a:pt x="133563" y="49301"/>
                </a:lnTo>
                <a:close/>
              </a:path>
            </a:pathLst>
          </a:custGeom>
          <a:solidFill>
            <a:srgbClr val="C8D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5959525" y="6078958"/>
            <a:ext cx="210820" cy="239395"/>
          </a:xfrm>
          <a:custGeom>
            <a:avLst/>
            <a:gdLst/>
            <a:ahLst/>
            <a:cxnLst/>
            <a:rect l="l" t="t" r="r" b="b"/>
            <a:pathLst>
              <a:path w="210820" h="239395">
                <a:moveTo>
                  <a:pt x="34061" y="0"/>
                </a:moveTo>
                <a:lnTo>
                  <a:pt x="0" y="0"/>
                </a:lnTo>
                <a:lnTo>
                  <a:pt x="473" y="37551"/>
                </a:lnTo>
                <a:lnTo>
                  <a:pt x="503" y="104063"/>
                </a:lnTo>
                <a:lnTo>
                  <a:pt x="384" y="145600"/>
                </a:lnTo>
                <a:lnTo>
                  <a:pt x="0" y="239115"/>
                </a:lnTo>
                <a:lnTo>
                  <a:pt x="34061" y="239115"/>
                </a:lnTo>
                <a:lnTo>
                  <a:pt x="34061" y="114295"/>
                </a:lnTo>
                <a:lnTo>
                  <a:pt x="32880" y="113169"/>
                </a:lnTo>
                <a:lnTo>
                  <a:pt x="34061" y="112032"/>
                </a:lnTo>
                <a:lnTo>
                  <a:pt x="34061" y="0"/>
                </a:lnTo>
                <a:close/>
              </a:path>
              <a:path w="210820" h="239395">
                <a:moveTo>
                  <a:pt x="168516" y="0"/>
                </a:moveTo>
                <a:lnTo>
                  <a:pt x="144779" y="0"/>
                </a:lnTo>
                <a:lnTo>
                  <a:pt x="89982" y="56365"/>
                </a:lnTo>
                <a:lnTo>
                  <a:pt x="55418" y="91465"/>
                </a:lnTo>
                <a:lnTo>
                  <a:pt x="34061" y="112032"/>
                </a:lnTo>
                <a:lnTo>
                  <a:pt x="34061" y="114295"/>
                </a:lnTo>
                <a:lnTo>
                  <a:pt x="66899" y="145600"/>
                </a:lnTo>
                <a:lnTo>
                  <a:pt x="161848" y="239115"/>
                </a:lnTo>
                <a:lnTo>
                  <a:pt x="210540" y="239115"/>
                </a:lnTo>
                <a:lnTo>
                  <a:pt x="178663" y="210407"/>
                </a:lnTo>
                <a:lnTo>
                  <a:pt x="136755" y="171365"/>
                </a:lnTo>
                <a:lnTo>
                  <a:pt x="65722" y="104063"/>
                </a:lnTo>
                <a:lnTo>
                  <a:pt x="88211" y="81472"/>
                </a:lnTo>
                <a:lnTo>
                  <a:pt x="143662" y="24655"/>
                </a:lnTo>
                <a:lnTo>
                  <a:pt x="168516" y="0"/>
                </a:lnTo>
                <a:close/>
              </a:path>
              <a:path w="210820" h="239395">
                <a:moveTo>
                  <a:pt x="34061" y="112032"/>
                </a:moveTo>
                <a:lnTo>
                  <a:pt x="32880" y="113169"/>
                </a:lnTo>
                <a:lnTo>
                  <a:pt x="34061" y="114295"/>
                </a:lnTo>
                <a:lnTo>
                  <a:pt x="34061" y="112032"/>
                </a:lnTo>
                <a:close/>
              </a:path>
            </a:pathLst>
          </a:custGeom>
          <a:solidFill>
            <a:srgbClr val="C8D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6153605" y="6078965"/>
            <a:ext cx="210185" cy="246379"/>
          </a:xfrm>
          <a:custGeom>
            <a:avLst/>
            <a:gdLst/>
            <a:ahLst/>
            <a:cxnLst/>
            <a:rect l="l" t="t" r="r" b="b"/>
            <a:pathLst>
              <a:path w="210185" h="246379">
                <a:moveTo>
                  <a:pt x="34963" y="0"/>
                </a:moveTo>
                <a:lnTo>
                  <a:pt x="0" y="0"/>
                </a:lnTo>
                <a:lnTo>
                  <a:pt x="0" y="156984"/>
                </a:lnTo>
                <a:lnTo>
                  <a:pt x="8243" y="191581"/>
                </a:lnTo>
                <a:lnTo>
                  <a:pt x="30722" y="219835"/>
                </a:lnTo>
                <a:lnTo>
                  <a:pt x="64063" y="238886"/>
                </a:lnTo>
                <a:lnTo>
                  <a:pt x="104889" y="245872"/>
                </a:lnTo>
                <a:lnTo>
                  <a:pt x="145707" y="238886"/>
                </a:lnTo>
                <a:lnTo>
                  <a:pt x="169253" y="225425"/>
                </a:lnTo>
                <a:lnTo>
                  <a:pt x="105117" y="225425"/>
                </a:lnTo>
                <a:lnTo>
                  <a:pt x="78234" y="219825"/>
                </a:lnTo>
                <a:lnTo>
                  <a:pt x="56157" y="203917"/>
                </a:lnTo>
                <a:lnTo>
                  <a:pt x="41022" y="179037"/>
                </a:lnTo>
                <a:lnTo>
                  <a:pt x="34963" y="146519"/>
                </a:lnTo>
                <a:lnTo>
                  <a:pt x="34963" y="0"/>
                </a:lnTo>
                <a:close/>
              </a:path>
              <a:path w="210185" h="246379">
                <a:moveTo>
                  <a:pt x="209727" y="0"/>
                </a:moveTo>
                <a:lnTo>
                  <a:pt x="175260" y="0"/>
                </a:lnTo>
                <a:lnTo>
                  <a:pt x="175260" y="144056"/>
                </a:lnTo>
                <a:lnTo>
                  <a:pt x="169740" y="177419"/>
                </a:lnTo>
                <a:lnTo>
                  <a:pt x="154695" y="203095"/>
                </a:lnTo>
                <a:lnTo>
                  <a:pt x="132397" y="219594"/>
                </a:lnTo>
                <a:lnTo>
                  <a:pt x="105117" y="225425"/>
                </a:lnTo>
                <a:lnTo>
                  <a:pt x="169253" y="225425"/>
                </a:lnTo>
                <a:lnTo>
                  <a:pt x="179038" y="219825"/>
                </a:lnTo>
                <a:lnTo>
                  <a:pt x="201492" y="191581"/>
                </a:lnTo>
                <a:lnTo>
                  <a:pt x="209727" y="156984"/>
                </a:lnTo>
                <a:lnTo>
                  <a:pt x="209727" y="0"/>
                </a:lnTo>
                <a:close/>
              </a:path>
            </a:pathLst>
          </a:custGeom>
          <a:solidFill>
            <a:srgbClr val="C8D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5571775" y="6075933"/>
            <a:ext cx="163195" cy="244475"/>
          </a:xfrm>
          <a:custGeom>
            <a:avLst/>
            <a:gdLst/>
            <a:ahLst/>
            <a:cxnLst/>
            <a:rect l="l" t="t" r="r" b="b"/>
            <a:pathLst>
              <a:path w="163195" h="244475">
                <a:moveTo>
                  <a:pt x="73393" y="0"/>
                </a:moveTo>
                <a:lnTo>
                  <a:pt x="0" y="0"/>
                </a:lnTo>
                <a:lnTo>
                  <a:pt x="92" y="14807"/>
                </a:lnTo>
                <a:lnTo>
                  <a:pt x="195" y="148124"/>
                </a:lnTo>
                <a:lnTo>
                  <a:pt x="0" y="244335"/>
                </a:lnTo>
                <a:lnTo>
                  <a:pt x="72161" y="244335"/>
                </a:lnTo>
                <a:lnTo>
                  <a:pt x="105479" y="240246"/>
                </a:lnTo>
                <a:lnTo>
                  <a:pt x="132326" y="228447"/>
                </a:lnTo>
                <a:lnTo>
                  <a:pt x="69230" y="228447"/>
                </a:lnTo>
                <a:lnTo>
                  <a:pt x="33604" y="227571"/>
                </a:lnTo>
                <a:lnTo>
                  <a:pt x="33604" y="124358"/>
                </a:lnTo>
                <a:lnTo>
                  <a:pt x="41419" y="124257"/>
                </a:lnTo>
                <a:lnTo>
                  <a:pt x="56839" y="123811"/>
                </a:lnTo>
                <a:lnTo>
                  <a:pt x="64668" y="123710"/>
                </a:lnTo>
                <a:lnTo>
                  <a:pt x="136685" y="123710"/>
                </a:lnTo>
                <a:lnTo>
                  <a:pt x="128796" y="118474"/>
                </a:lnTo>
                <a:lnTo>
                  <a:pt x="106933" y="111912"/>
                </a:lnTo>
                <a:lnTo>
                  <a:pt x="107958" y="111302"/>
                </a:lnTo>
                <a:lnTo>
                  <a:pt x="33604" y="111302"/>
                </a:lnTo>
                <a:lnTo>
                  <a:pt x="33604" y="14922"/>
                </a:lnTo>
                <a:lnTo>
                  <a:pt x="121822" y="14807"/>
                </a:lnTo>
                <a:lnTo>
                  <a:pt x="103546" y="4664"/>
                </a:lnTo>
                <a:lnTo>
                  <a:pt x="73393" y="0"/>
                </a:lnTo>
                <a:close/>
              </a:path>
              <a:path w="163195" h="244475">
                <a:moveTo>
                  <a:pt x="136685" y="123710"/>
                </a:moveTo>
                <a:lnTo>
                  <a:pt x="64668" y="123710"/>
                </a:lnTo>
                <a:lnTo>
                  <a:pt x="89932" y="126996"/>
                </a:lnTo>
                <a:lnTo>
                  <a:pt x="109134" y="136931"/>
                </a:lnTo>
                <a:lnTo>
                  <a:pt x="121339" y="153628"/>
                </a:lnTo>
                <a:lnTo>
                  <a:pt x="125615" y="177203"/>
                </a:lnTo>
                <a:lnTo>
                  <a:pt x="118321" y="206409"/>
                </a:lnTo>
                <a:lnTo>
                  <a:pt x="98498" y="222442"/>
                </a:lnTo>
                <a:lnTo>
                  <a:pt x="69230" y="228447"/>
                </a:lnTo>
                <a:lnTo>
                  <a:pt x="132326" y="228447"/>
                </a:lnTo>
                <a:lnTo>
                  <a:pt x="134535" y="227476"/>
                </a:lnTo>
                <a:lnTo>
                  <a:pt x="155084" y="205266"/>
                </a:lnTo>
                <a:lnTo>
                  <a:pt x="162877" y="172859"/>
                </a:lnTo>
                <a:lnTo>
                  <a:pt x="158510" y="148124"/>
                </a:lnTo>
                <a:lnTo>
                  <a:pt x="146569" y="130270"/>
                </a:lnTo>
                <a:lnTo>
                  <a:pt x="136685" y="123710"/>
                </a:lnTo>
                <a:close/>
              </a:path>
              <a:path w="163195" h="244475">
                <a:moveTo>
                  <a:pt x="121822" y="14807"/>
                </a:moveTo>
                <a:lnTo>
                  <a:pt x="45332" y="14807"/>
                </a:lnTo>
                <a:lnTo>
                  <a:pt x="57135" y="14928"/>
                </a:lnTo>
                <a:lnTo>
                  <a:pt x="68831" y="15983"/>
                </a:lnTo>
                <a:lnTo>
                  <a:pt x="107120" y="45754"/>
                </a:lnTo>
                <a:lnTo>
                  <a:pt x="109410" y="61544"/>
                </a:lnTo>
                <a:lnTo>
                  <a:pt x="105347" y="84458"/>
                </a:lnTo>
                <a:lnTo>
                  <a:pt x="92257" y="99725"/>
                </a:lnTo>
                <a:lnTo>
                  <a:pt x="68792" y="108341"/>
                </a:lnTo>
                <a:lnTo>
                  <a:pt x="33604" y="111302"/>
                </a:lnTo>
                <a:lnTo>
                  <a:pt x="107958" y="111302"/>
                </a:lnTo>
                <a:lnTo>
                  <a:pt x="123188" y="102241"/>
                </a:lnTo>
                <a:lnTo>
                  <a:pt x="135310" y="89073"/>
                </a:lnTo>
                <a:lnTo>
                  <a:pt x="142886" y="73802"/>
                </a:lnTo>
                <a:lnTo>
                  <a:pt x="145503" y="57823"/>
                </a:lnTo>
                <a:lnTo>
                  <a:pt x="140532" y="35677"/>
                </a:lnTo>
                <a:lnTo>
                  <a:pt x="126236" y="17257"/>
                </a:lnTo>
                <a:lnTo>
                  <a:pt x="121822" y="14807"/>
                </a:lnTo>
                <a:close/>
              </a:path>
            </a:pathLst>
          </a:custGeom>
          <a:solidFill>
            <a:srgbClr val="C8D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5505692" y="6015096"/>
            <a:ext cx="0" cy="102870"/>
          </a:xfrm>
          <a:custGeom>
            <a:avLst/>
            <a:gdLst/>
            <a:ahLst/>
            <a:cxnLst/>
            <a:rect l="l" t="t" r="r" b="b"/>
            <a:pathLst>
              <a:path h="102870">
                <a:moveTo>
                  <a:pt x="0" y="0"/>
                </a:moveTo>
                <a:lnTo>
                  <a:pt x="0" y="102679"/>
                </a:lnTo>
              </a:path>
            </a:pathLst>
          </a:custGeom>
          <a:ln w="30429">
            <a:solidFill>
              <a:srgbClr val="C8DAE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50637" y="2349213"/>
            <a:ext cx="4792124" cy="17964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224597"/>
            <a:ext cx="10692130" cy="335915"/>
          </a:xfrm>
          <a:custGeom>
            <a:avLst/>
            <a:gdLst/>
            <a:ahLst/>
            <a:cxnLst/>
            <a:rect l="l" t="t" r="r" b="b"/>
            <a:pathLst>
              <a:path w="10692130" h="335915">
                <a:moveTo>
                  <a:pt x="10608132" y="0"/>
                </a:moveTo>
                <a:lnTo>
                  <a:pt x="0" y="0"/>
                </a:lnTo>
                <a:lnTo>
                  <a:pt x="0" y="335457"/>
                </a:lnTo>
                <a:lnTo>
                  <a:pt x="10692003" y="335457"/>
                </a:lnTo>
                <a:lnTo>
                  <a:pt x="10692003" y="83832"/>
                </a:lnTo>
                <a:lnTo>
                  <a:pt x="10608132" y="0"/>
                </a:lnTo>
                <a:close/>
              </a:path>
            </a:pathLst>
          </a:custGeom>
          <a:solidFill>
            <a:srgbClr val="84A2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08532" y="7224597"/>
            <a:ext cx="2683510" cy="335915"/>
          </a:xfrm>
          <a:custGeom>
            <a:avLst/>
            <a:gdLst/>
            <a:ahLst/>
            <a:cxnLst/>
            <a:rect l="l" t="t" r="r" b="b"/>
            <a:pathLst>
              <a:path w="2683509" h="335915">
                <a:moveTo>
                  <a:pt x="2599601" y="0"/>
                </a:moveTo>
                <a:lnTo>
                  <a:pt x="0" y="0"/>
                </a:lnTo>
                <a:lnTo>
                  <a:pt x="0" y="335457"/>
                </a:lnTo>
                <a:lnTo>
                  <a:pt x="2683471" y="335457"/>
                </a:lnTo>
                <a:lnTo>
                  <a:pt x="2683471" y="83819"/>
                </a:lnTo>
                <a:lnTo>
                  <a:pt x="2599601" y="0"/>
                </a:lnTo>
                <a:close/>
              </a:path>
            </a:pathLst>
          </a:custGeom>
          <a:solidFill>
            <a:srgbClr val="3E70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705177" y="7287076"/>
            <a:ext cx="744855" cy="210820"/>
          </a:xfrm>
          <a:custGeom>
            <a:avLst/>
            <a:gdLst/>
            <a:ahLst/>
            <a:cxnLst/>
            <a:rect l="l" t="t" r="r" b="b"/>
            <a:pathLst>
              <a:path w="744854" h="210820">
                <a:moveTo>
                  <a:pt x="106108" y="0"/>
                </a:moveTo>
                <a:lnTo>
                  <a:pt x="61748" y="8743"/>
                </a:lnTo>
                <a:lnTo>
                  <a:pt x="28360" y="32313"/>
                </a:lnTo>
                <a:lnTo>
                  <a:pt x="7319" y="66720"/>
                </a:lnTo>
                <a:lnTo>
                  <a:pt x="0" y="107975"/>
                </a:lnTo>
                <a:lnTo>
                  <a:pt x="9467" y="152719"/>
                </a:lnTo>
                <a:lnTo>
                  <a:pt x="34304" y="184762"/>
                </a:lnTo>
                <a:lnTo>
                  <a:pt x="69164" y="204037"/>
                </a:lnTo>
                <a:lnTo>
                  <a:pt x="108699" y="210477"/>
                </a:lnTo>
                <a:lnTo>
                  <a:pt x="126638" y="209091"/>
                </a:lnTo>
                <a:lnTo>
                  <a:pt x="146923" y="205439"/>
                </a:lnTo>
                <a:lnTo>
                  <a:pt x="158673" y="202412"/>
                </a:lnTo>
                <a:lnTo>
                  <a:pt x="116014" y="202412"/>
                </a:lnTo>
                <a:lnTo>
                  <a:pt x="80021" y="195898"/>
                </a:lnTo>
                <a:lnTo>
                  <a:pt x="51504" y="177172"/>
                </a:lnTo>
                <a:lnTo>
                  <a:pt x="32732" y="147457"/>
                </a:lnTo>
                <a:lnTo>
                  <a:pt x="25971" y="107975"/>
                </a:lnTo>
                <a:lnTo>
                  <a:pt x="31158" y="72982"/>
                </a:lnTo>
                <a:lnTo>
                  <a:pt x="46877" y="41319"/>
                </a:lnTo>
                <a:lnTo>
                  <a:pt x="73361" y="18371"/>
                </a:lnTo>
                <a:lnTo>
                  <a:pt x="110845" y="9525"/>
                </a:lnTo>
                <a:lnTo>
                  <a:pt x="156030" y="9525"/>
                </a:lnTo>
                <a:lnTo>
                  <a:pt x="146753" y="5681"/>
                </a:lnTo>
                <a:lnTo>
                  <a:pt x="127283" y="1363"/>
                </a:lnTo>
                <a:lnTo>
                  <a:pt x="106108" y="0"/>
                </a:lnTo>
                <a:close/>
              </a:path>
              <a:path w="744854" h="210820">
                <a:moveTo>
                  <a:pt x="184099" y="118618"/>
                </a:moveTo>
                <a:lnTo>
                  <a:pt x="160654" y="118618"/>
                </a:lnTo>
                <a:lnTo>
                  <a:pt x="160654" y="189611"/>
                </a:lnTo>
                <a:lnTo>
                  <a:pt x="149470" y="194552"/>
                </a:lnTo>
                <a:lnTo>
                  <a:pt x="138063" y="198626"/>
                </a:lnTo>
                <a:lnTo>
                  <a:pt x="126791" y="201392"/>
                </a:lnTo>
                <a:lnTo>
                  <a:pt x="116014" y="202412"/>
                </a:lnTo>
                <a:lnTo>
                  <a:pt x="158673" y="202412"/>
                </a:lnTo>
                <a:lnTo>
                  <a:pt x="166945" y="200281"/>
                </a:lnTo>
                <a:lnTo>
                  <a:pt x="184099" y="194373"/>
                </a:lnTo>
                <a:lnTo>
                  <a:pt x="184099" y="118618"/>
                </a:lnTo>
                <a:close/>
              </a:path>
              <a:path w="744854" h="210820">
                <a:moveTo>
                  <a:pt x="156030" y="9525"/>
                </a:moveTo>
                <a:lnTo>
                  <a:pt x="110845" y="9525"/>
                </a:lnTo>
                <a:lnTo>
                  <a:pt x="128671" y="10785"/>
                </a:lnTo>
                <a:lnTo>
                  <a:pt x="145345" y="15754"/>
                </a:lnTo>
                <a:lnTo>
                  <a:pt x="160980" y="26209"/>
                </a:lnTo>
                <a:lnTo>
                  <a:pt x="175691" y="43929"/>
                </a:lnTo>
                <a:lnTo>
                  <a:pt x="183006" y="24536"/>
                </a:lnTo>
                <a:lnTo>
                  <a:pt x="165124" y="13292"/>
                </a:lnTo>
                <a:lnTo>
                  <a:pt x="156030" y="9525"/>
                </a:lnTo>
                <a:close/>
              </a:path>
              <a:path w="744854" h="210820">
                <a:moveTo>
                  <a:pt x="292176" y="40728"/>
                </a:moveTo>
                <a:lnTo>
                  <a:pt x="211264" y="40728"/>
                </a:lnTo>
                <a:lnTo>
                  <a:pt x="211264" y="192138"/>
                </a:lnTo>
                <a:lnTo>
                  <a:pt x="303364" y="192138"/>
                </a:lnTo>
                <a:lnTo>
                  <a:pt x="306890" y="182511"/>
                </a:lnTo>
                <a:lnTo>
                  <a:pt x="231698" y="182511"/>
                </a:lnTo>
                <a:lnTo>
                  <a:pt x="231698" y="120484"/>
                </a:lnTo>
                <a:lnTo>
                  <a:pt x="247003" y="120331"/>
                </a:lnTo>
                <a:lnTo>
                  <a:pt x="285650" y="120331"/>
                </a:lnTo>
                <a:lnTo>
                  <a:pt x="285884" y="112763"/>
                </a:lnTo>
                <a:lnTo>
                  <a:pt x="232041" y="112763"/>
                </a:lnTo>
                <a:lnTo>
                  <a:pt x="232041" y="50749"/>
                </a:lnTo>
                <a:lnTo>
                  <a:pt x="296195" y="50749"/>
                </a:lnTo>
                <a:lnTo>
                  <a:pt x="292176" y="40728"/>
                </a:lnTo>
                <a:close/>
              </a:path>
              <a:path w="744854" h="210820">
                <a:moveTo>
                  <a:pt x="307606" y="180555"/>
                </a:moveTo>
                <a:lnTo>
                  <a:pt x="291663" y="181686"/>
                </a:lnTo>
                <a:lnTo>
                  <a:pt x="268614" y="182267"/>
                </a:lnTo>
                <a:lnTo>
                  <a:pt x="231698" y="182511"/>
                </a:lnTo>
                <a:lnTo>
                  <a:pt x="306890" y="182511"/>
                </a:lnTo>
                <a:lnTo>
                  <a:pt x="307606" y="180555"/>
                </a:lnTo>
                <a:close/>
              </a:path>
              <a:path w="744854" h="210820">
                <a:moveTo>
                  <a:pt x="285650" y="120331"/>
                </a:moveTo>
                <a:lnTo>
                  <a:pt x="247003" y="120331"/>
                </a:lnTo>
                <a:lnTo>
                  <a:pt x="261116" y="120473"/>
                </a:lnTo>
                <a:lnTo>
                  <a:pt x="273998" y="120904"/>
                </a:lnTo>
                <a:lnTo>
                  <a:pt x="285610" y="121615"/>
                </a:lnTo>
                <a:lnTo>
                  <a:pt x="285650" y="120331"/>
                </a:lnTo>
                <a:close/>
              </a:path>
              <a:path w="744854" h="210820">
                <a:moveTo>
                  <a:pt x="285991" y="109321"/>
                </a:moveTo>
                <a:lnTo>
                  <a:pt x="272434" y="110391"/>
                </a:lnTo>
                <a:lnTo>
                  <a:pt x="242391" y="111679"/>
                </a:lnTo>
                <a:lnTo>
                  <a:pt x="232041" y="112763"/>
                </a:lnTo>
                <a:lnTo>
                  <a:pt x="285884" y="112763"/>
                </a:lnTo>
                <a:lnTo>
                  <a:pt x="285991" y="109321"/>
                </a:lnTo>
                <a:close/>
              </a:path>
              <a:path w="744854" h="210820">
                <a:moveTo>
                  <a:pt x="296195" y="50749"/>
                </a:moveTo>
                <a:lnTo>
                  <a:pt x="257898" y="50749"/>
                </a:lnTo>
                <a:lnTo>
                  <a:pt x="268747" y="50826"/>
                </a:lnTo>
                <a:lnTo>
                  <a:pt x="279374" y="51084"/>
                </a:lnTo>
                <a:lnTo>
                  <a:pt x="288992" y="51558"/>
                </a:lnTo>
                <a:lnTo>
                  <a:pt x="296811" y="52285"/>
                </a:lnTo>
                <a:lnTo>
                  <a:pt x="296195" y="50749"/>
                </a:lnTo>
                <a:close/>
              </a:path>
              <a:path w="744854" h="210820">
                <a:moveTo>
                  <a:pt x="355297" y="66903"/>
                </a:moveTo>
                <a:lnTo>
                  <a:pt x="332485" y="66903"/>
                </a:lnTo>
                <a:lnTo>
                  <a:pt x="418245" y="165892"/>
                </a:lnTo>
                <a:lnTo>
                  <a:pt x="434602" y="184012"/>
                </a:lnTo>
                <a:lnTo>
                  <a:pt x="447674" y="197548"/>
                </a:lnTo>
                <a:lnTo>
                  <a:pt x="447082" y="165892"/>
                </a:lnTo>
                <a:lnTo>
                  <a:pt x="446962" y="157835"/>
                </a:lnTo>
                <a:lnTo>
                  <a:pt x="436511" y="157835"/>
                </a:lnTo>
                <a:lnTo>
                  <a:pt x="355297" y="66903"/>
                </a:lnTo>
                <a:close/>
              </a:path>
              <a:path w="744854" h="210820">
                <a:moveTo>
                  <a:pt x="332485" y="40728"/>
                </a:moveTo>
                <a:lnTo>
                  <a:pt x="319760" y="40728"/>
                </a:lnTo>
                <a:lnTo>
                  <a:pt x="321297" y="54203"/>
                </a:lnTo>
                <a:lnTo>
                  <a:pt x="321424" y="135044"/>
                </a:lnTo>
                <a:lnTo>
                  <a:pt x="321297" y="192138"/>
                </a:lnTo>
                <a:lnTo>
                  <a:pt x="332485" y="192138"/>
                </a:lnTo>
                <a:lnTo>
                  <a:pt x="332485" y="66903"/>
                </a:lnTo>
                <a:lnTo>
                  <a:pt x="355297" y="66903"/>
                </a:lnTo>
                <a:lnTo>
                  <a:pt x="350943" y="62005"/>
                </a:lnTo>
                <a:lnTo>
                  <a:pt x="332485" y="40728"/>
                </a:lnTo>
                <a:close/>
              </a:path>
              <a:path w="744854" h="210820">
                <a:moveTo>
                  <a:pt x="447281" y="40728"/>
                </a:moveTo>
                <a:lnTo>
                  <a:pt x="436117" y="40728"/>
                </a:lnTo>
                <a:lnTo>
                  <a:pt x="436319" y="62005"/>
                </a:lnTo>
                <a:lnTo>
                  <a:pt x="436389" y="77367"/>
                </a:lnTo>
                <a:lnTo>
                  <a:pt x="436511" y="157835"/>
                </a:lnTo>
                <a:lnTo>
                  <a:pt x="446962" y="157835"/>
                </a:lnTo>
                <a:lnTo>
                  <a:pt x="447072" y="87284"/>
                </a:lnTo>
                <a:lnTo>
                  <a:pt x="447281" y="40728"/>
                </a:lnTo>
                <a:close/>
              </a:path>
              <a:path w="744854" h="210820">
                <a:moveTo>
                  <a:pt x="677062" y="38798"/>
                </a:moveTo>
                <a:lnTo>
                  <a:pt x="672795" y="38798"/>
                </a:lnTo>
                <a:lnTo>
                  <a:pt x="605408" y="192138"/>
                </a:lnTo>
                <a:lnTo>
                  <a:pt x="616165" y="192138"/>
                </a:lnTo>
                <a:lnTo>
                  <a:pt x="638924" y="140525"/>
                </a:lnTo>
                <a:lnTo>
                  <a:pt x="721170" y="140525"/>
                </a:lnTo>
                <a:lnTo>
                  <a:pt x="716679" y="130505"/>
                </a:lnTo>
                <a:lnTo>
                  <a:pt x="643153" y="130505"/>
                </a:lnTo>
                <a:lnTo>
                  <a:pt x="669010" y="69977"/>
                </a:lnTo>
                <a:lnTo>
                  <a:pt x="689987" y="69977"/>
                </a:lnTo>
                <a:lnTo>
                  <a:pt x="683615" y="55372"/>
                </a:lnTo>
                <a:lnTo>
                  <a:pt x="681278" y="49593"/>
                </a:lnTo>
                <a:lnTo>
                  <a:pt x="677062" y="38798"/>
                </a:lnTo>
                <a:close/>
              </a:path>
              <a:path w="744854" h="210820">
                <a:moveTo>
                  <a:pt x="721170" y="140525"/>
                </a:moveTo>
                <a:lnTo>
                  <a:pt x="699046" y="140525"/>
                </a:lnTo>
                <a:lnTo>
                  <a:pt x="704644" y="153779"/>
                </a:lnTo>
                <a:lnTo>
                  <a:pt x="710236" y="167189"/>
                </a:lnTo>
                <a:lnTo>
                  <a:pt x="715535" y="180169"/>
                </a:lnTo>
                <a:lnTo>
                  <a:pt x="720255" y="192138"/>
                </a:lnTo>
                <a:lnTo>
                  <a:pt x="744512" y="192138"/>
                </a:lnTo>
                <a:lnTo>
                  <a:pt x="733302" y="167516"/>
                </a:lnTo>
                <a:lnTo>
                  <a:pt x="721170" y="140525"/>
                </a:lnTo>
                <a:close/>
              </a:path>
              <a:path w="744854" h="210820">
                <a:moveTo>
                  <a:pt x="689987" y="69977"/>
                </a:moveTo>
                <a:lnTo>
                  <a:pt x="669010" y="69977"/>
                </a:lnTo>
                <a:lnTo>
                  <a:pt x="679569" y="94611"/>
                </a:lnTo>
                <a:lnTo>
                  <a:pt x="687078" y="112217"/>
                </a:lnTo>
                <a:lnTo>
                  <a:pt x="694804" y="130505"/>
                </a:lnTo>
                <a:lnTo>
                  <a:pt x="716679" y="130505"/>
                </a:lnTo>
                <a:lnTo>
                  <a:pt x="700219" y="93431"/>
                </a:lnTo>
                <a:lnTo>
                  <a:pt x="689987" y="69977"/>
                </a:lnTo>
                <a:close/>
              </a:path>
              <a:path w="744854" h="210820">
                <a:moveTo>
                  <a:pt x="504064" y="66903"/>
                </a:moveTo>
                <a:lnTo>
                  <a:pt x="481228" y="66903"/>
                </a:lnTo>
                <a:lnTo>
                  <a:pt x="567043" y="165892"/>
                </a:lnTo>
                <a:lnTo>
                  <a:pt x="583407" y="184012"/>
                </a:lnTo>
                <a:lnTo>
                  <a:pt x="596480" y="197548"/>
                </a:lnTo>
                <a:lnTo>
                  <a:pt x="595887" y="165892"/>
                </a:lnTo>
                <a:lnTo>
                  <a:pt x="595766" y="157835"/>
                </a:lnTo>
                <a:lnTo>
                  <a:pt x="585317" y="157835"/>
                </a:lnTo>
                <a:lnTo>
                  <a:pt x="504064" y="66903"/>
                </a:lnTo>
                <a:close/>
              </a:path>
              <a:path w="744854" h="210820">
                <a:moveTo>
                  <a:pt x="481228" y="40728"/>
                </a:moveTo>
                <a:lnTo>
                  <a:pt x="468528" y="40728"/>
                </a:lnTo>
                <a:lnTo>
                  <a:pt x="470103" y="54203"/>
                </a:lnTo>
                <a:lnTo>
                  <a:pt x="470229" y="135044"/>
                </a:lnTo>
                <a:lnTo>
                  <a:pt x="470103" y="192138"/>
                </a:lnTo>
                <a:lnTo>
                  <a:pt x="481228" y="192138"/>
                </a:lnTo>
                <a:lnTo>
                  <a:pt x="481228" y="66903"/>
                </a:lnTo>
                <a:lnTo>
                  <a:pt x="504064" y="66903"/>
                </a:lnTo>
                <a:lnTo>
                  <a:pt x="499708" y="62005"/>
                </a:lnTo>
                <a:lnTo>
                  <a:pt x="481228" y="40728"/>
                </a:lnTo>
                <a:close/>
              </a:path>
              <a:path w="744854" h="210820">
                <a:moveTo>
                  <a:pt x="596074" y="40728"/>
                </a:moveTo>
                <a:lnTo>
                  <a:pt x="584923" y="40728"/>
                </a:lnTo>
                <a:lnTo>
                  <a:pt x="585124" y="62005"/>
                </a:lnTo>
                <a:lnTo>
                  <a:pt x="585195" y="77367"/>
                </a:lnTo>
                <a:lnTo>
                  <a:pt x="585317" y="157835"/>
                </a:lnTo>
                <a:lnTo>
                  <a:pt x="595766" y="157835"/>
                </a:lnTo>
                <a:lnTo>
                  <a:pt x="595868" y="87284"/>
                </a:lnTo>
                <a:lnTo>
                  <a:pt x="596074" y="407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493437" y="7325673"/>
            <a:ext cx="501931" cy="1578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441902" y="7287080"/>
            <a:ext cx="19685" cy="65405"/>
          </a:xfrm>
          <a:custGeom>
            <a:avLst/>
            <a:gdLst/>
            <a:ahLst/>
            <a:cxnLst/>
            <a:rect l="l" t="t" r="r" b="b"/>
            <a:pathLst>
              <a:path w="19684" h="65404">
                <a:moveTo>
                  <a:pt x="19240" y="0"/>
                </a:moveTo>
                <a:lnTo>
                  <a:pt x="0" y="0"/>
                </a:lnTo>
                <a:lnTo>
                  <a:pt x="393" y="65112"/>
                </a:lnTo>
                <a:lnTo>
                  <a:pt x="18897" y="65112"/>
                </a:lnTo>
                <a:lnTo>
                  <a:pt x="19240" y="0"/>
                </a:lnTo>
                <a:close/>
              </a:path>
            </a:pathLst>
          </a:custGeom>
          <a:solidFill>
            <a:srgbClr val="C8D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Подзаголовок 21"/>
          <p:cNvSpPr txBox="1">
            <a:spLocks/>
          </p:cNvSpPr>
          <p:nvPr/>
        </p:nvSpPr>
        <p:spPr>
          <a:xfrm>
            <a:off x="5575300" y="2399723"/>
            <a:ext cx="4640177" cy="13773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Tahoma" pitchFamily="34" charset="0"/>
                <a:cs typeface="Tahoma" pitchFamily="34" charset="0"/>
              </a:rPr>
              <a:t>HYUNDAI AZERBAIJAN</a:t>
            </a:r>
          </a:p>
          <a:p>
            <a:r>
              <a:rPr lang="en-US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Tahoma" pitchFamily="34" charset="0"/>
                <a:cs typeface="Tahoma" pitchFamily="34" charset="0"/>
              </a:rPr>
              <a:t>SOCIAL REPORT</a:t>
            </a:r>
          </a:p>
          <a:p>
            <a:endParaRPr lang="en-US" sz="321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9EEC4D2-1913-4A45-83E5-E1E37A7D13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700" y="2099252"/>
            <a:ext cx="3481827" cy="18920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224597"/>
            <a:ext cx="10692130" cy="335915"/>
          </a:xfrm>
          <a:custGeom>
            <a:avLst/>
            <a:gdLst/>
            <a:ahLst/>
            <a:cxnLst/>
            <a:rect l="l" t="t" r="r" b="b"/>
            <a:pathLst>
              <a:path w="10692130" h="335915">
                <a:moveTo>
                  <a:pt x="10608132" y="0"/>
                </a:moveTo>
                <a:lnTo>
                  <a:pt x="0" y="0"/>
                </a:lnTo>
                <a:lnTo>
                  <a:pt x="0" y="335457"/>
                </a:lnTo>
                <a:lnTo>
                  <a:pt x="10692003" y="335457"/>
                </a:lnTo>
                <a:lnTo>
                  <a:pt x="10692003" y="83832"/>
                </a:lnTo>
                <a:lnTo>
                  <a:pt x="10608132" y="0"/>
                </a:lnTo>
                <a:close/>
              </a:path>
            </a:pathLst>
          </a:custGeom>
          <a:solidFill>
            <a:srgbClr val="84A2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08532" y="7224597"/>
            <a:ext cx="2683510" cy="335915"/>
          </a:xfrm>
          <a:custGeom>
            <a:avLst/>
            <a:gdLst/>
            <a:ahLst/>
            <a:cxnLst/>
            <a:rect l="l" t="t" r="r" b="b"/>
            <a:pathLst>
              <a:path w="2683509" h="335915">
                <a:moveTo>
                  <a:pt x="2599601" y="0"/>
                </a:moveTo>
                <a:lnTo>
                  <a:pt x="0" y="0"/>
                </a:lnTo>
                <a:lnTo>
                  <a:pt x="0" y="335457"/>
                </a:lnTo>
                <a:lnTo>
                  <a:pt x="2683471" y="335457"/>
                </a:lnTo>
                <a:lnTo>
                  <a:pt x="2683471" y="83819"/>
                </a:lnTo>
                <a:lnTo>
                  <a:pt x="2599601" y="0"/>
                </a:lnTo>
                <a:close/>
              </a:path>
            </a:pathLst>
          </a:custGeom>
          <a:solidFill>
            <a:srgbClr val="3E70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705177" y="7287076"/>
            <a:ext cx="744855" cy="210820"/>
          </a:xfrm>
          <a:custGeom>
            <a:avLst/>
            <a:gdLst/>
            <a:ahLst/>
            <a:cxnLst/>
            <a:rect l="l" t="t" r="r" b="b"/>
            <a:pathLst>
              <a:path w="744854" h="210820">
                <a:moveTo>
                  <a:pt x="106108" y="0"/>
                </a:moveTo>
                <a:lnTo>
                  <a:pt x="61748" y="8743"/>
                </a:lnTo>
                <a:lnTo>
                  <a:pt x="28360" y="32313"/>
                </a:lnTo>
                <a:lnTo>
                  <a:pt x="7319" y="66720"/>
                </a:lnTo>
                <a:lnTo>
                  <a:pt x="0" y="107975"/>
                </a:lnTo>
                <a:lnTo>
                  <a:pt x="9467" y="152719"/>
                </a:lnTo>
                <a:lnTo>
                  <a:pt x="34304" y="184762"/>
                </a:lnTo>
                <a:lnTo>
                  <a:pt x="69164" y="204037"/>
                </a:lnTo>
                <a:lnTo>
                  <a:pt x="108699" y="210477"/>
                </a:lnTo>
                <a:lnTo>
                  <a:pt x="126638" y="209091"/>
                </a:lnTo>
                <a:lnTo>
                  <a:pt x="146923" y="205439"/>
                </a:lnTo>
                <a:lnTo>
                  <a:pt x="158673" y="202412"/>
                </a:lnTo>
                <a:lnTo>
                  <a:pt x="116014" y="202412"/>
                </a:lnTo>
                <a:lnTo>
                  <a:pt x="80021" y="195898"/>
                </a:lnTo>
                <a:lnTo>
                  <a:pt x="51504" y="177172"/>
                </a:lnTo>
                <a:lnTo>
                  <a:pt x="32732" y="147457"/>
                </a:lnTo>
                <a:lnTo>
                  <a:pt x="25971" y="107975"/>
                </a:lnTo>
                <a:lnTo>
                  <a:pt x="31158" y="72982"/>
                </a:lnTo>
                <a:lnTo>
                  <a:pt x="46877" y="41319"/>
                </a:lnTo>
                <a:lnTo>
                  <a:pt x="73361" y="18371"/>
                </a:lnTo>
                <a:lnTo>
                  <a:pt x="110845" y="9525"/>
                </a:lnTo>
                <a:lnTo>
                  <a:pt x="156030" y="9525"/>
                </a:lnTo>
                <a:lnTo>
                  <a:pt x="146753" y="5681"/>
                </a:lnTo>
                <a:lnTo>
                  <a:pt x="127283" y="1363"/>
                </a:lnTo>
                <a:lnTo>
                  <a:pt x="106108" y="0"/>
                </a:lnTo>
                <a:close/>
              </a:path>
              <a:path w="744854" h="210820">
                <a:moveTo>
                  <a:pt x="184099" y="118618"/>
                </a:moveTo>
                <a:lnTo>
                  <a:pt x="160654" y="118618"/>
                </a:lnTo>
                <a:lnTo>
                  <a:pt x="160654" y="189611"/>
                </a:lnTo>
                <a:lnTo>
                  <a:pt x="149470" y="194552"/>
                </a:lnTo>
                <a:lnTo>
                  <a:pt x="138063" y="198626"/>
                </a:lnTo>
                <a:lnTo>
                  <a:pt x="126791" y="201392"/>
                </a:lnTo>
                <a:lnTo>
                  <a:pt x="116014" y="202412"/>
                </a:lnTo>
                <a:lnTo>
                  <a:pt x="158673" y="202412"/>
                </a:lnTo>
                <a:lnTo>
                  <a:pt x="166945" y="200281"/>
                </a:lnTo>
                <a:lnTo>
                  <a:pt x="184099" y="194373"/>
                </a:lnTo>
                <a:lnTo>
                  <a:pt x="184099" y="118618"/>
                </a:lnTo>
                <a:close/>
              </a:path>
              <a:path w="744854" h="210820">
                <a:moveTo>
                  <a:pt x="156030" y="9525"/>
                </a:moveTo>
                <a:lnTo>
                  <a:pt x="110845" y="9525"/>
                </a:lnTo>
                <a:lnTo>
                  <a:pt x="128671" y="10785"/>
                </a:lnTo>
                <a:lnTo>
                  <a:pt x="145345" y="15754"/>
                </a:lnTo>
                <a:lnTo>
                  <a:pt x="160980" y="26209"/>
                </a:lnTo>
                <a:lnTo>
                  <a:pt x="175691" y="43929"/>
                </a:lnTo>
                <a:lnTo>
                  <a:pt x="183006" y="24536"/>
                </a:lnTo>
                <a:lnTo>
                  <a:pt x="165124" y="13292"/>
                </a:lnTo>
                <a:lnTo>
                  <a:pt x="156030" y="9525"/>
                </a:lnTo>
                <a:close/>
              </a:path>
              <a:path w="744854" h="210820">
                <a:moveTo>
                  <a:pt x="292176" y="40728"/>
                </a:moveTo>
                <a:lnTo>
                  <a:pt x="211264" y="40728"/>
                </a:lnTo>
                <a:lnTo>
                  <a:pt x="211264" y="192138"/>
                </a:lnTo>
                <a:lnTo>
                  <a:pt x="303364" y="192138"/>
                </a:lnTo>
                <a:lnTo>
                  <a:pt x="306890" y="182511"/>
                </a:lnTo>
                <a:lnTo>
                  <a:pt x="231698" y="182511"/>
                </a:lnTo>
                <a:lnTo>
                  <a:pt x="231698" y="120484"/>
                </a:lnTo>
                <a:lnTo>
                  <a:pt x="247003" y="120331"/>
                </a:lnTo>
                <a:lnTo>
                  <a:pt x="285650" y="120331"/>
                </a:lnTo>
                <a:lnTo>
                  <a:pt x="285884" y="112763"/>
                </a:lnTo>
                <a:lnTo>
                  <a:pt x="232041" y="112763"/>
                </a:lnTo>
                <a:lnTo>
                  <a:pt x="232041" y="50749"/>
                </a:lnTo>
                <a:lnTo>
                  <a:pt x="296195" y="50749"/>
                </a:lnTo>
                <a:lnTo>
                  <a:pt x="292176" y="40728"/>
                </a:lnTo>
                <a:close/>
              </a:path>
              <a:path w="744854" h="210820">
                <a:moveTo>
                  <a:pt x="307606" y="180555"/>
                </a:moveTo>
                <a:lnTo>
                  <a:pt x="291663" y="181686"/>
                </a:lnTo>
                <a:lnTo>
                  <a:pt x="268614" y="182267"/>
                </a:lnTo>
                <a:lnTo>
                  <a:pt x="231698" y="182511"/>
                </a:lnTo>
                <a:lnTo>
                  <a:pt x="306890" y="182511"/>
                </a:lnTo>
                <a:lnTo>
                  <a:pt x="307606" y="180555"/>
                </a:lnTo>
                <a:close/>
              </a:path>
              <a:path w="744854" h="210820">
                <a:moveTo>
                  <a:pt x="285650" y="120331"/>
                </a:moveTo>
                <a:lnTo>
                  <a:pt x="247003" y="120331"/>
                </a:lnTo>
                <a:lnTo>
                  <a:pt x="261116" y="120473"/>
                </a:lnTo>
                <a:lnTo>
                  <a:pt x="273998" y="120904"/>
                </a:lnTo>
                <a:lnTo>
                  <a:pt x="285610" y="121615"/>
                </a:lnTo>
                <a:lnTo>
                  <a:pt x="285650" y="120331"/>
                </a:lnTo>
                <a:close/>
              </a:path>
              <a:path w="744854" h="210820">
                <a:moveTo>
                  <a:pt x="285991" y="109321"/>
                </a:moveTo>
                <a:lnTo>
                  <a:pt x="272434" y="110391"/>
                </a:lnTo>
                <a:lnTo>
                  <a:pt x="242391" y="111679"/>
                </a:lnTo>
                <a:lnTo>
                  <a:pt x="232041" y="112763"/>
                </a:lnTo>
                <a:lnTo>
                  <a:pt x="285884" y="112763"/>
                </a:lnTo>
                <a:lnTo>
                  <a:pt x="285991" y="109321"/>
                </a:lnTo>
                <a:close/>
              </a:path>
              <a:path w="744854" h="210820">
                <a:moveTo>
                  <a:pt x="296195" y="50749"/>
                </a:moveTo>
                <a:lnTo>
                  <a:pt x="257898" y="50749"/>
                </a:lnTo>
                <a:lnTo>
                  <a:pt x="268747" y="50826"/>
                </a:lnTo>
                <a:lnTo>
                  <a:pt x="279374" y="51084"/>
                </a:lnTo>
                <a:lnTo>
                  <a:pt x="288992" y="51558"/>
                </a:lnTo>
                <a:lnTo>
                  <a:pt x="296811" y="52285"/>
                </a:lnTo>
                <a:lnTo>
                  <a:pt x="296195" y="50749"/>
                </a:lnTo>
                <a:close/>
              </a:path>
              <a:path w="744854" h="210820">
                <a:moveTo>
                  <a:pt x="355297" y="66903"/>
                </a:moveTo>
                <a:lnTo>
                  <a:pt x="332485" y="66903"/>
                </a:lnTo>
                <a:lnTo>
                  <a:pt x="418245" y="165892"/>
                </a:lnTo>
                <a:lnTo>
                  <a:pt x="434602" y="184012"/>
                </a:lnTo>
                <a:lnTo>
                  <a:pt x="447674" y="197548"/>
                </a:lnTo>
                <a:lnTo>
                  <a:pt x="447082" y="165892"/>
                </a:lnTo>
                <a:lnTo>
                  <a:pt x="446962" y="157835"/>
                </a:lnTo>
                <a:lnTo>
                  <a:pt x="436511" y="157835"/>
                </a:lnTo>
                <a:lnTo>
                  <a:pt x="355297" y="66903"/>
                </a:lnTo>
                <a:close/>
              </a:path>
              <a:path w="744854" h="210820">
                <a:moveTo>
                  <a:pt x="332485" y="40728"/>
                </a:moveTo>
                <a:lnTo>
                  <a:pt x="319760" y="40728"/>
                </a:lnTo>
                <a:lnTo>
                  <a:pt x="321297" y="54203"/>
                </a:lnTo>
                <a:lnTo>
                  <a:pt x="321424" y="135044"/>
                </a:lnTo>
                <a:lnTo>
                  <a:pt x="321297" y="192138"/>
                </a:lnTo>
                <a:lnTo>
                  <a:pt x="332485" y="192138"/>
                </a:lnTo>
                <a:lnTo>
                  <a:pt x="332485" y="66903"/>
                </a:lnTo>
                <a:lnTo>
                  <a:pt x="355297" y="66903"/>
                </a:lnTo>
                <a:lnTo>
                  <a:pt x="350943" y="62005"/>
                </a:lnTo>
                <a:lnTo>
                  <a:pt x="332485" y="40728"/>
                </a:lnTo>
                <a:close/>
              </a:path>
              <a:path w="744854" h="210820">
                <a:moveTo>
                  <a:pt x="447281" y="40728"/>
                </a:moveTo>
                <a:lnTo>
                  <a:pt x="436117" y="40728"/>
                </a:lnTo>
                <a:lnTo>
                  <a:pt x="436319" y="62005"/>
                </a:lnTo>
                <a:lnTo>
                  <a:pt x="436389" y="77367"/>
                </a:lnTo>
                <a:lnTo>
                  <a:pt x="436511" y="157835"/>
                </a:lnTo>
                <a:lnTo>
                  <a:pt x="446962" y="157835"/>
                </a:lnTo>
                <a:lnTo>
                  <a:pt x="447072" y="87284"/>
                </a:lnTo>
                <a:lnTo>
                  <a:pt x="447281" y="40728"/>
                </a:lnTo>
                <a:close/>
              </a:path>
              <a:path w="744854" h="210820">
                <a:moveTo>
                  <a:pt x="677062" y="38798"/>
                </a:moveTo>
                <a:lnTo>
                  <a:pt x="672795" y="38798"/>
                </a:lnTo>
                <a:lnTo>
                  <a:pt x="605408" y="192138"/>
                </a:lnTo>
                <a:lnTo>
                  <a:pt x="616165" y="192138"/>
                </a:lnTo>
                <a:lnTo>
                  <a:pt x="638924" y="140525"/>
                </a:lnTo>
                <a:lnTo>
                  <a:pt x="721170" y="140525"/>
                </a:lnTo>
                <a:lnTo>
                  <a:pt x="716679" y="130505"/>
                </a:lnTo>
                <a:lnTo>
                  <a:pt x="643153" y="130505"/>
                </a:lnTo>
                <a:lnTo>
                  <a:pt x="669010" y="69977"/>
                </a:lnTo>
                <a:lnTo>
                  <a:pt x="689987" y="69977"/>
                </a:lnTo>
                <a:lnTo>
                  <a:pt x="683615" y="55372"/>
                </a:lnTo>
                <a:lnTo>
                  <a:pt x="681278" y="49593"/>
                </a:lnTo>
                <a:lnTo>
                  <a:pt x="677062" y="38798"/>
                </a:lnTo>
                <a:close/>
              </a:path>
              <a:path w="744854" h="210820">
                <a:moveTo>
                  <a:pt x="721170" y="140525"/>
                </a:moveTo>
                <a:lnTo>
                  <a:pt x="699046" y="140525"/>
                </a:lnTo>
                <a:lnTo>
                  <a:pt x="704644" y="153779"/>
                </a:lnTo>
                <a:lnTo>
                  <a:pt x="710236" y="167189"/>
                </a:lnTo>
                <a:lnTo>
                  <a:pt x="715535" y="180169"/>
                </a:lnTo>
                <a:lnTo>
                  <a:pt x="720255" y="192138"/>
                </a:lnTo>
                <a:lnTo>
                  <a:pt x="744512" y="192138"/>
                </a:lnTo>
                <a:lnTo>
                  <a:pt x="733302" y="167516"/>
                </a:lnTo>
                <a:lnTo>
                  <a:pt x="721170" y="140525"/>
                </a:lnTo>
                <a:close/>
              </a:path>
              <a:path w="744854" h="210820">
                <a:moveTo>
                  <a:pt x="689987" y="69977"/>
                </a:moveTo>
                <a:lnTo>
                  <a:pt x="669010" y="69977"/>
                </a:lnTo>
                <a:lnTo>
                  <a:pt x="679569" y="94611"/>
                </a:lnTo>
                <a:lnTo>
                  <a:pt x="687078" y="112217"/>
                </a:lnTo>
                <a:lnTo>
                  <a:pt x="694804" y="130505"/>
                </a:lnTo>
                <a:lnTo>
                  <a:pt x="716679" y="130505"/>
                </a:lnTo>
                <a:lnTo>
                  <a:pt x="700219" y="93431"/>
                </a:lnTo>
                <a:lnTo>
                  <a:pt x="689987" y="69977"/>
                </a:lnTo>
                <a:close/>
              </a:path>
              <a:path w="744854" h="210820">
                <a:moveTo>
                  <a:pt x="504064" y="66903"/>
                </a:moveTo>
                <a:lnTo>
                  <a:pt x="481228" y="66903"/>
                </a:lnTo>
                <a:lnTo>
                  <a:pt x="567043" y="165892"/>
                </a:lnTo>
                <a:lnTo>
                  <a:pt x="583407" y="184012"/>
                </a:lnTo>
                <a:lnTo>
                  <a:pt x="596480" y="197548"/>
                </a:lnTo>
                <a:lnTo>
                  <a:pt x="595887" y="165892"/>
                </a:lnTo>
                <a:lnTo>
                  <a:pt x="595766" y="157835"/>
                </a:lnTo>
                <a:lnTo>
                  <a:pt x="585317" y="157835"/>
                </a:lnTo>
                <a:lnTo>
                  <a:pt x="504064" y="66903"/>
                </a:lnTo>
                <a:close/>
              </a:path>
              <a:path w="744854" h="210820">
                <a:moveTo>
                  <a:pt x="481228" y="40728"/>
                </a:moveTo>
                <a:lnTo>
                  <a:pt x="468528" y="40728"/>
                </a:lnTo>
                <a:lnTo>
                  <a:pt x="470103" y="54203"/>
                </a:lnTo>
                <a:lnTo>
                  <a:pt x="470229" y="135044"/>
                </a:lnTo>
                <a:lnTo>
                  <a:pt x="470103" y="192138"/>
                </a:lnTo>
                <a:lnTo>
                  <a:pt x="481228" y="192138"/>
                </a:lnTo>
                <a:lnTo>
                  <a:pt x="481228" y="66903"/>
                </a:lnTo>
                <a:lnTo>
                  <a:pt x="504064" y="66903"/>
                </a:lnTo>
                <a:lnTo>
                  <a:pt x="499708" y="62005"/>
                </a:lnTo>
                <a:lnTo>
                  <a:pt x="481228" y="40728"/>
                </a:lnTo>
                <a:close/>
              </a:path>
              <a:path w="744854" h="210820">
                <a:moveTo>
                  <a:pt x="596074" y="40728"/>
                </a:moveTo>
                <a:lnTo>
                  <a:pt x="584923" y="40728"/>
                </a:lnTo>
                <a:lnTo>
                  <a:pt x="585124" y="62005"/>
                </a:lnTo>
                <a:lnTo>
                  <a:pt x="585195" y="77367"/>
                </a:lnTo>
                <a:lnTo>
                  <a:pt x="585317" y="157835"/>
                </a:lnTo>
                <a:lnTo>
                  <a:pt x="595766" y="157835"/>
                </a:lnTo>
                <a:lnTo>
                  <a:pt x="595868" y="87284"/>
                </a:lnTo>
                <a:lnTo>
                  <a:pt x="596074" y="407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493437" y="7325673"/>
            <a:ext cx="501931" cy="1578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441902" y="7287080"/>
            <a:ext cx="19685" cy="65405"/>
          </a:xfrm>
          <a:custGeom>
            <a:avLst/>
            <a:gdLst/>
            <a:ahLst/>
            <a:cxnLst/>
            <a:rect l="l" t="t" r="r" b="b"/>
            <a:pathLst>
              <a:path w="19684" h="65404">
                <a:moveTo>
                  <a:pt x="19240" y="0"/>
                </a:moveTo>
                <a:lnTo>
                  <a:pt x="0" y="0"/>
                </a:lnTo>
                <a:lnTo>
                  <a:pt x="393" y="65112"/>
                </a:lnTo>
                <a:lnTo>
                  <a:pt x="18897" y="65112"/>
                </a:lnTo>
                <a:lnTo>
                  <a:pt x="19240" y="0"/>
                </a:lnTo>
                <a:close/>
              </a:path>
            </a:pathLst>
          </a:custGeom>
          <a:solidFill>
            <a:srgbClr val="C8D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Rounded Rectangular Callout 30"/>
          <p:cNvSpPr/>
          <p:nvPr/>
        </p:nvSpPr>
        <p:spPr>
          <a:xfrm>
            <a:off x="244475" y="3548442"/>
            <a:ext cx="4382571" cy="469053"/>
          </a:xfrm>
          <a:prstGeom prst="wedgeRoundRectCallout">
            <a:avLst>
              <a:gd name="adj1" fmla="val 50089"/>
              <a:gd name="adj2" fmla="val 32421"/>
              <a:gd name="adj3" fmla="val 16667"/>
            </a:avLst>
          </a:prstGeom>
          <a:solidFill>
            <a:sysClr val="window" lastClr="FFFFFF">
              <a:alpha val="76000"/>
            </a:sysClr>
          </a:solidFill>
          <a:ln w="19050" cap="flat" cmpd="sng" algn="ctr">
            <a:noFill/>
            <a:prstDash val="sysDash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itchFamily="34" charset="0"/>
              </a:rPr>
              <a:t>AD TYPE, budget split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300" y="91143"/>
            <a:ext cx="342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ea typeface="Tahoma" pitchFamily="34" charset="0"/>
                <a:cs typeface="Arial" pitchFamily="34" charset="0"/>
              </a:rPr>
              <a:t>SOCIAL MEDIA</a:t>
            </a:r>
          </a:p>
        </p:txBody>
      </p:sp>
      <p:sp>
        <p:nvSpPr>
          <p:cNvPr id="19" name="Прямоугольник 19"/>
          <p:cNvSpPr/>
          <p:nvPr/>
        </p:nvSpPr>
        <p:spPr>
          <a:xfrm>
            <a:off x="246736" y="681456"/>
            <a:ext cx="166263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sz="1400" b="1" kern="0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itchFamily="34" charset="0"/>
              </a:rPr>
              <a:t>PLACEMENT INFO</a:t>
            </a:r>
          </a:p>
        </p:txBody>
      </p:sp>
      <p:graphicFrame>
        <p:nvGraphicFramePr>
          <p:cNvPr id="20" name="Diagramm 5"/>
          <p:cNvGraphicFramePr/>
          <p:nvPr>
            <p:extLst>
              <p:ext uri="{D42A27DB-BD31-4B8C-83A1-F6EECF244321}">
                <p14:modId xmlns:p14="http://schemas.microsoft.com/office/powerpoint/2010/main" val="866221943"/>
              </p:ext>
            </p:extLst>
          </p:nvPr>
        </p:nvGraphicFramePr>
        <p:xfrm>
          <a:off x="393700" y="4040999"/>
          <a:ext cx="10134600" cy="3038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AutoShape 11"/>
          <p:cNvSpPr>
            <a:spLocks noChangeArrowheads="1"/>
          </p:cNvSpPr>
          <p:nvPr/>
        </p:nvSpPr>
        <p:spPr bwMode="auto">
          <a:xfrm>
            <a:off x="393700" y="1012737"/>
            <a:ext cx="9906000" cy="2509114"/>
          </a:xfrm>
          <a:prstGeom prst="wedgeRectCallout">
            <a:avLst>
              <a:gd name="adj1" fmla="val -8766"/>
              <a:gd name="adj2" fmla="val 61036"/>
            </a:avLst>
          </a:prstGeom>
          <a:solidFill>
            <a:sysClr val="window" lastClr="FFFFFF"/>
          </a:solidFill>
          <a:ln w="31750">
            <a:solidFill>
              <a:srgbClr val="FFC125"/>
            </a:solidFill>
            <a:miter lim="800000"/>
            <a:headEnd/>
            <a:tailEnd/>
          </a:ln>
          <a:effectLst>
            <a:outerShdw dist="107763" dir="2700000" algn="ctr" rotWithShape="0">
              <a:srgbClr val="EEECE1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r>
              <a:rPr lang="en-US" sz="1600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Total Net Spending:               				  		 </a:t>
            </a:r>
            <a:r>
              <a:rPr lang="en-US" sz="1600" b="1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         $ 918.83</a:t>
            </a:r>
          </a:p>
          <a:p>
            <a:pPr>
              <a:defRPr/>
            </a:pPr>
            <a:endParaRPr lang="en-US" sz="1600" kern="0" dirty="0">
              <a:latin typeface="Century Gothic" pitchFamily="34" charset="0"/>
              <a:ea typeface="Tahoma" pitchFamily="34" charset="0"/>
              <a:cs typeface="Tahoma" pitchFamily="34" charset="0"/>
            </a:endParaRPr>
          </a:p>
          <a:p>
            <a:pPr>
              <a:defRPr/>
            </a:pPr>
            <a:r>
              <a:rPr lang="en-US" sz="1600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Impression: 					</a:t>
            </a:r>
            <a:r>
              <a:rPr lang="en-US" sz="1600" b="1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         	                            	         2 098 900</a:t>
            </a:r>
          </a:p>
          <a:p>
            <a:pPr lvl="0">
              <a:defRPr/>
            </a:pPr>
            <a:r>
              <a:rPr lang="en-US" sz="1600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Reach:         	           				   </a:t>
            </a:r>
            <a:r>
              <a:rPr lang="az-Latn-AZ" sz="1600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600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		                          </a:t>
            </a:r>
            <a:r>
              <a:rPr lang="en-US" sz="1600" b="1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1 702 614</a:t>
            </a:r>
          </a:p>
          <a:p>
            <a:pPr>
              <a:defRPr/>
            </a:pPr>
            <a:r>
              <a:rPr lang="en-US" sz="1600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Cost Per Result:                    				   </a:t>
            </a:r>
            <a:r>
              <a:rPr lang="az-Latn-AZ" sz="1600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1600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		      	                </a:t>
            </a:r>
            <a:r>
              <a:rPr lang="en-US" sz="1600" b="1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$ 0.01</a:t>
            </a:r>
          </a:p>
          <a:p>
            <a:pPr>
              <a:defRPr/>
            </a:pPr>
            <a:r>
              <a:rPr lang="en-US" sz="1600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Clicks:								          	               </a:t>
            </a:r>
            <a:r>
              <a:rPr lang="en-US" sz="1600" b="1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31 582</a:t>
            </a:r>
          </a:p>
          <a:p>
            <a:pPr lvl="0">
              <a:defRPr/>
            </a:pPr>
            <a:r>
              <a:rPr lang="en-US" sz="1600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Engagement:                        				   	    		             </a:t>
            </a:r>
            <a:r>
              <a:rPr lang="en-US" sz="1600" b="1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384 966</a:t>
            </a:r>
          </a:p>
          <a:p>
            <a:pPr>
              <a:defRPr/>
            </a:pPr>
            <a:r>
              <a:rPr lang="en-US" sz="1600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Comment: 									    </a:t>
            </a:r>
            <a:r>
              <a:rPr lang="en-US" sz="1600" b="1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224</a:t>
            </a:r>
          </a:p>
          <a:p>
            <a:pPr>
              <a:defRPr/>
            </a:pPr>
            <a:r>
              <a:rPr lang="en-US" sz="1600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Share: 										    </a:t>
            </a:r>
            <a:r>
              <a:rPr lang="en-US" sz="1600" b="1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414</a:t>
            </a:r>
          </a:p>
          <a:p>
            <a:pPr>
              <a:defRPr/>
            </a:pPr>
            <a:r>
              <a:rPr lang="en-US" sz="1600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Save:      										      </a:t>
            </a:r>
            <a:r>
              <a:rPr lang="en-US" sz="1600" b="1" kern="0" dirty="0">
                <a:latin typeface="Century Gothic" pitchFamily="34" charset="0"/>
                <a:ea typeface="Tahoma" pitchFamily="34" charset="0"/>
                <a:cs typeface="Tahoma" pitchFamily="34" charset="0"/>
              </a:rPr>
              <a:t>98</a:t>
            </a:r>
          </a:p>
          <a:p>
            <a:pPr lvl="0">
              <a:defRPr/>
            </a:pPr>
            <a:endParaRPr lang="en-US" sz="1600" b="1" kern="0" dirty="0">
              <a:latin typeface="Century Gothic" pitchFamily="34" charset="0"/>
              <a:ea typeface="Tahoma" pitchFamily="34" charset="0"/>
              <a:cs typeface="Tahoma" pitchFamily="34" charset="0"/>
            </a:endParaRPr>
          </a:p>
          <a:p>
            <a:pPr lvl="0">
              <a:defRPr/>
            </a:pPr>
            <a:endParaRPr kumimoji="0" lang="tr-TR" sz="1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entury Gothic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A46FD26-CF2D-4594-ADEA-9C99E587B9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902" y="125051"/>
            <a:ext cx="1284604" cy="69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440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224597"/>
            <a:ext cx="10692130" cy="335915"/>
          </a:xfrm>
          <a:custGeom>
            <a:avLst/>
            <a:gdLst/>
            <a:ahLst/>
            <a:cxnLst/>
            <a:rect l="l" t="t" r="r" b="b"/>
            <a:pathLst>
              <a:path w="10692130" h="335915">
                <a:moveTo>
                  <a:pt x="10608132" y="0"/>
                </a:moveTo>
                <a:lnTo>
                  <a:pt x="0" y="0"/>
                </a:lnTo>
                <a:lnTo>
                  <a:pt x="0" y="335457"/>
                </a:lnTo>
                <a:lnTo>
                  <a:pt x="10692003" y="335457"/>
                </a:lnTo>
                <a:lnTo>
                  <a:pt x="10692003" y="83832"/>
                </a:lnTo>
                <a:lnTo>
                  <a:pt x="10608132" y="0"/>
                </a:lnTo>
                <a:close/>
              </a:path>
            </a:pathLst>
          </a:custGeom>
          <a:solidFill>
            <a:srgbClr val="84A2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08532" y="7224597"/>
            <a:ext cx="2683510" cy="335915"/>
          </a:xfrm>
          <a:custGeom>
            <a:avLst/>
            <a:gdLst/>
            <a:ahLst/>
            <a:cxnLst/>
            <a:rect l="l" t="t" r="r" b="b"/>
            <a:pathLst>
              <a:path w="2683509" h="335915">
                <a:moveTo>
                  <a:pt x="2599601" y="0"/>
                </a:moveTo>
                <a:lnTo>
                  <a:pt x="0" y="0"/>
                </a:lnTo>
                <a:lnTo>
                  <a:pt x="0" y="335457"/>
                </a:lnTo>
                <a:lnTo>
                  <a:pt x="2683471" y="335457"/>
                </a:lnTo>
                <a:lnTo>
                  <a:pt x="2683471" y="83819"/>
                </a:lnTo>
                <a:lnTo>
                  <a:pt x="2599601" y="0"/>
                </a:lnTo>
                <a:close/>
              </a:path>
            </a:pathLst>
          </a:custGeom>
          <a:solidFill>
            <a:srgbClr val="3E70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705177" y="7287076"/>
            <a:ext cx="744855" cy="210820"/>
          </a:xfrm>
          <a:custGeom>
            <a:avLst/>
            <a:gdLst/>
            <a:ahLst/>
            <a:cxnLst/>
            <a:rect l="l" t="t" r="r" b="b"/>
            <a:pathLst>
              <a:path w="744854" h="210820">
                <a:moveTo>
                  <a:pt x="106108" y="0"/>
                </a:moveTo>
                <a:lnTo>
                  <a:pt x="61748" y="8743"/>
                </a:lnTo>
                <a:lnTo>
                  <a:pt x="28360" y="32313"/>
                </a:lnTo>
                <a:lnTo>
                  <a:pt x="7319" y="66720"/>
                </a:lnTo>
                <a:lnTo>
                  <a:pt x="0" y="107975"/>
                </a:lnTo>
                <a:lnTo>
                  <a:pt x="9467" y="152719"/>
                </a:lnTo>
                <a:lnTo>
                  <a:pt x="34304" y="184762"/>
                </a:lnTo>
                <a:lnTo>
                  <a:pt x="69164" y="204037"/>
                </a:lnTo>
                <a:lnTo>
                  <a:pt x="108699" y="210477"/>
                </a:lnTo>
                <a:lnTo>
                  <a:pt x="126638" y="209091"/>
                </a:lnTo>
                <a:lnTo>
                  <a:pt x="146923" y="205439"/>
                </a:lnTo>
                <a:lnTo>
                  <a:pt x="158673" y="202412"/>
                </a:lnTo>
                <a:lnTo>
                  <a:pt x="116014" y="202412"/>
                </a:lnTo>
                <a:lnTo>
                  <a:pt x="80021" y="195898"/>
                </a:lnTo>
                <a:lnTo>
                  <a:pt x="51504" y="177172"/>
                </a:lnTo>
                <a:lnTo>
                  <a:pt x="32732" y="147457"/>
                </a:lnTo>
                <a:lnTo>
                  <a:pt x="25971" y="107975"/>
                </a:lnTo>
                <a:lnTo>
                  <a:pt x="31158" y="72982"/>
                </a:lnTo>
                <a:lnTo>
                  <a:pt x="46877" y="41319"/>
                </a:lnTo>
                <a:lnTo>
                  <a:pt x="73361" y="18371"/>
                </a:lnTo>
                <a:lnTo>
                  <a:pt x="110845" y="9525"/>
                </a:lnTo>
                <a:lnTo>
                  <a:pt x="156030" y="9525"/>
                </a:lnTo>
                <a:lnTo>
                  <a:pt x="146753" y="5681"/>
                </a:lnTo>
                <a:lnTo>
                  <a:pt x="127283" y="1363"/>
                </a:lnTo>
                <a:lnTo>
                  <a:pt x="106108" y="0"/>
                </a:lnTo>
                <a:close/>
              </a:path>
              <a:path w="744854" h="210820">
                <a:moveTo>
                  <a:pt x="184099" y="118618"/>
                </a:moveTo>
                <a:lnTo>
                  <a:pt x="160654" y="118618"/>
                </a:lnTo>
                <a:lnTo>
                  <a:pt x="160654" y="189611"/>
                </a:lnTo>
                <a:lnTo>
                  <a:pt x="149470" y="194552"/>
                </a:lnTo>
                <a:lnTo>
                  <a:pt x="138063" y="198626"/>
                </a:lnTo>
                <a:lnTo>
                  <a:pt x="126791" y="201392"/>
                </a:lnTo>
                <a:lnTo>
                  <a:pt x="116014" y="202412"/>
                </a:lnTo>
                <a:lnTo>
                  <a:pt x="158673" y="202412"/>
                </a:lnTo>
                <a:lnTo>
                  <a:pt x="166945" y="200281"/>
                </a:lnTo>
                <a:lnTo>
                  <a:pt x="184099" y="194373"/>
                </a:lnTo>
                <a:lnTo>
                  <a:pt x="184099" y="118618"/>
                </a:lnTo>
                <a:close/>
              </a:path>
              <a:path w="744854" h="210820">
                <a:moveTo>
                  <a:pt x="156030" y="9525"/>
                </a:moveTo>
                <a:lnTo>
                  <a:pt x="110845" y="9525"/>
                </a:lnTo>
                <a:lnTo>
                  <a:pt x="128671" y="10785"/>
                </a:lnTo>
                <a:lnTo>
                  <a:pt x="145345" y="15754"/>
                </a:lnTo>
                <a:lnTo>
                  <a:pt x="160980" y="26209"/>
                </a:lnTo>
                <a:lnTo>
                  <a:pt x="175691" y="43929"/>
                </a:lnTo>
                <a:lnTo>
                  <a:pt x="183006" y="24536"/>
                </a:lnTo>
                <a:lnTo>
                  <a:pt x="165124" y="13292"/>
                </a:lnTo>
                <a:lnTo>
                  <a:pt x="156030" y="9525"/>
                </a:lnTo>
                <a:close/>
              </a:path>
              <a:path w="744854" h="210820">
                <a:moveTo>
                  <a:pt x="292176" y="40728"/>
                </a:moveTo>
                <a:lnTo>
                  <a:pt x="211264" y="40728"/>
                </a:lnTo>
                <a:lnTo>
                  <a:pt x="211264" y="192138"/>
                </a:lnTo>
                <a:lnTo>
                  <a:pt x="303364" y="192138"/>
                </a:lnTo>
                <a:lnTo>
                  <a:pt x="306890" y="182511"/>
                </a:lnTo>
                <a:lnTo>
                  <a:pt x="231698" y="182511"/>
                </a:lnTo>
                <a:lnTo>
                  <a:pt x="231698" y="120484"/>
                </a:lnTo>
                <a:lnTo>
                  <a:pt x="247003" y="120331"/>
                </a:lnTo>
                <a:lnTo>
                  <a:pt x="285650" y="120331"/>
                </a:lnTo>
                <a:lnTo>
                  <a:pt x="285884" y="112763"/>
                </a:lnTo>
                <a:lnTo>
                  <a:pt x="232041" y="112763"/>
                </a:lnTo>
                <a:lnTo>
                  <a:pt x="232041" y="50749"/>
                </a:lnTo>
                <a:lnTo>
                  <a:pt x="296195" y="50749"/>
                </a:lnTo>
                <a:lnTo>
                  <a:pt x="292176" y="40728"/>
                </a:lnTo>
                <a:close/>
              </a:path>
              <a:path w="744854" h="210820">
                <a:moveTo>
                  <a:pt x="307606" y="180555"/>
                </a:moveTo>
                <a:lnTo>
                  <a:pt x="291663" y="181686"/>
                </a:lnTo>
                <a:lnTo>
                  <a:pt x="268614" y="182267"/>
                </a:lnTo>
                <a:lnTo>
                  <a:pt x="231698" y="182511"/>
                </a:lnTo>
                <a:lnTo>
                  <a:pt x="306890" y="182511"/>
                </a:lnTo>
                <a:lnTo>
                  <a:pt x="307606" y="180555"/>
                </a:lnTo>
                <a:close/>
              </a:path>
              <a:path w="744854" h="210820">
                <a:moveTo>
                  <a:pt x="285650" y="120331"/>
                </a:moveTo>
                <a:lnTo>
                  <a:pt x="247003" y="120331"/>
                </a:lnTo>
                <a:lnTo>
                  <a:pt x="261116" y="120473"/>
                </a:lnTo>
                <a:lnTo>
                  <a:pt x="273998" y="120904"/>
                </a:lnTo>
                <a:lnTo>
                  <a:pt x="285610" y="121615"/>
                </a:lnTo>
                <a:lnTo>
                  <a:pt x="285650" y="120331"/>
                </a:lnTo>
                <a:close/>
              </a:path>
              <a:path w="744854" h="210820">
                <a:moveTo>
                  <a:pt x="285991" y="109321"/>
                </a:moveTo>
                <a:lnTo>
                  <a:pt x="272434" y="110391"/>
                </a:lnTo>
                <a:lnTo>
                  <a:pt x="242391" y="111679"/>
                </a:lnTo>
                <a:lnTo>
                  <a:pt x="232041" y="112763"/>
                </a:lnTo>
                <a:lnTo>
                  <a:pt x="285884" y="112763"/>
                </a:lnTo>
                <a:lnTo>
                  <a:pt x="285991" y="109321"/>
                </a:lnTo>
                <a:close/>
              </a:path>
              <a:path w="744854" h="210820">
                <a:moveTo>
                  <a:pt x="296195" y="50749"/>
                </a:moveTo>
                <a:lnTo>
                  <a:pt x="257898" y="50749"/>
                </a:lnTo>
                <a:lnTo>
                  <a:pt x="268747" y="50826"/>
                </a:lnTo>
                <a:lnTo>
                  <a:pt x="279374" y="51084"/>
                </a:lnTo>
                <a:lnTo>
                  <a:pt x="288992" y="51558"/>
                </a:lnTo>
                <a:lnTo>
                  <a:pt x="296811" y="52285"/>
                </a:lnTo>
                <a:lnTo>
                  <a:pt x="296195" y="50749"/>
                </a:lnTo>
                <a:close/>
              </a:path>
              <a:path w="744854" h="210820">
                <a:moveTo>
                  <a:pt x="355297" y="66903"/>
                </a:moveTo>
                <a:lnTo>
                  <a:pt x="332485" y="66903"/>
                </a:lnTo>
                <a:lnTo>
                  <a:pt x="418245" y="165892"/>
                </a:lnTo>
                <a:lnTo>
                  <a:pt x="434602" y="184012"/>
                </a:lnTo>
                <a:lnTo>
                  <a:pt x="447674" y="197548"/>
                </a:lnTo>
                <a:lnTo>
                  <a:pt x="447082" y="165892"/>
                </a:lnTo>
                <a:lnTo>
                  <a:pt x="446962" y="157835"/>
                </a:lnTo>
                <a:lnTo>
                  <a:pt x="436511" y="157835"/>
                </a:lnTo>
                <a:lnTo>
                  <a:pt x="355297" y="66903"/>
                </a:lnTo>
                <a:close/>
              </a:path>
              <a:path w="744854" h="210820">
                <a:moveTo>
                  <a:pt x="332485" y="40728"/>
                </a:moveTo>
                <a:lnTo>
                  <a:pt x="319760" y="40728"/>
                </a:lnTo>
                <a:lnTo>
                  <a:pt x="321297" y="54203"/>
                </a:lnTo>
                <a:lnTo>
                  <a:pt x="321424" y="135044"/>
                </a:lnTo>
                <a:lnTo>
                  <a:pt x="321297" y="192138"/>
                </a:lnTo>
                <a:lnTo>
                  <a:pt x="332485" y="192138"/>
                </a:lnTo>
                <a:lnTo>
                  <a:pt x="332485" y="66903"/>
                </a:lnTo>
                <a:lnTo>
                  <a:pt x="355297" y="66903"/>
                </a:lnTo>
                <a:lnTo>
                  <a:pt x="350943" y="62005"/>
                </a:lnTo>
                <a:lnTo>
                  <a:pt x="332485" y="40728"/>
                </a:lnTo>
                <a:close/>
              </a:path>
              <a:path w="744854" h="210820">
                <a:moveTo>
                  <a:pt x="447281" y="40728"/>
                </a:moveTo>
                <a:lnTo>
                  <a:pt x="436117" y="40728"/>
                </a:lnTo>
                <a:lnTo>
                  <a:pt x="436319" y="62005"/>
                </a:lnTo>
                <a:lnTo>
                  <a:pt x="436389" y="77367"/>
                </a:lnTo>
                <a:lnTo>
                  <a:pt x="436511" y="157835"/>
                </a:lnTo>
                <a:lnTo>
                  <a:pt x="446962" y="157835"/>
                </a:lnTo>
                <a:lnTo>
                  <a:pt x="447072" y="87284"/>
                </a:lnTo>
                <a:lnTo>
                  <a:pt x="447281" y="40728"/>
                </a:lnTo>
                <a:close/>
              </a:path>
              <a:path w="744854" h="210820">
                <a:moveTo>
                  <a:pt x="677062" y="38798"/>
                </a:moveTo>
                <a:lnTo>
                  <a:pt x="672795" y="38798"/>
                </a:lnTo>
                <a:lnTo>
                  <a:pt x="605408" y="192138"/>
                </a:lnTo>
                <a:lnTo>
                  <a:pt x="616165" y="192138"/>
                </a:lnTo>
                <a:lnTo>
                  <a:pt x="638924" y="140525"/>
                </a:lnTo>
                <a:lnTo>
                  <a:pt x="721170" y="140525"/>
                </a:lnTo>
                <a:lnTo>
                  <a:pt x="716679" y="130505"/>
                </a:lnTo>
                <a:lnTo>
                  <a:pt x="643153" y="130505"/>
                </a:lnTo>
                <a:lnTo>
                  <a:pt x="669010" y="69977"/>
                </a:lnTo>
                <a:lnTo>
                  <a:pt x="689987" y="69977"/>
                </a:lnTo>
                <a:lnTo>
                  <a:pt x="683615" y="55372"/>
                </a:lnTo>
                <a:lnTo>
                  <a:pt x="681278" y="49593"/>
                </a:lnTo>
                <a:lnTo>
                  <a:pt x="677062" y="38798"/>
                </a:lnTo>
                <a:close/>
              </a:path>
              <a:path w="744854" h="210820">
                <a:moveTo>
                  <a:pt x="721170" y="140525"/>
                </a:moveTo>
                <a:lnTo>
                  <a:pt x="699046" y="140525"/>
                </a:lnTo>
                <a:lnTo>
                  <a:pt x="704644" y="153779"/>
                </a:lnTo>
                <a:lnTo>
                  <a:pt x="710236" y="167189"/>
                </a:lnTo>
                <a:lnTo>
                  <a:pt x="715535" y="180169"/>
                </a:lnTo>
                <a:lnTo>
                  <a:pt x="720255" y="192138"/>
                </a:lnTo>
                <a:lnTo>
                  <a:pt x="744512" y="192138"/>
                </a:lnTo>
                <a:lnTo>
                  <a:pt x="733302" y="167516"/>
                </a:lnTo>
                <a:lnTo>
                  <a:pt x="721170" y="140525"/>
                </a:lnTo>
                <a:close/>
              </a:path>
              <a:path w="744854" h="210820">
                <a:moveTo>
                  <a:pt x="689987" y="69977"/>
                </a:moveTo>
                <a:lnTo>
                  <a:pt x="669010" y="69977"/>
                </a:lnTo>
                <a:lnTo>
                  <a:pt x="679569" y="94611"/>
                </a:lnTo>
                <a:lnTo>
                  <a:pt x="687078" y="112217"/>
                </a:lnTo>
                <a:lnTo>
                  <a:pt x="694804" y="130505"/>
                </a:lnTo>
                <a:lnTo>
                  <a:pt x="716679" y="130505"/>
                </a:lnTo>
                <a:lnTo>
                  <a:pt x="700219" y="93431"/>
                </a:lnTo>
                <a:lnTo>
                  <a:pt x="689987" y="69977"/>
                </a:lnTo>
                <a:close/>
              </a:path>
              <a:path w="744854" h="210820">
                <a:moveTo>
                  <a:pt x="504064" y="66903"/>
                </a:moveTo>
                <a:lnTo>
                  <a:pt x="481228" y="66903"/>
                </a:lnTo>
                <a:lnTo>
                  <a:pt x="567043" y="165892"/>
                </a:lnTo>
                <a:lnTo>
                  <a:pt x="583407" y="184012"/>
                </a:lnTo>
                <a:lnTo>
                  <a:pt x="596480" y="197548"/>
                </a:lnTo>
                <a:lnTo>
                  <a:pt x="595887" y="165892"/>
                </a:lnTo>
                <a:lnTo>
                  <a:pt x="595766" y="157835"/>
                </a:lnTo>
                <a:lnTo>
                  <a:pt x="585317" y="157835"/>
                </a:lnTo>
                <a:lnTo>
                  <a:pt x="504064" y="66903"/>
                </a:lnTo>
                <a:close/>
              </a:path>
              <a:path w="744854" h="210820">
                <a:moveTo>
                  <a:pt x="481228" y="40728"/>
                </a:moveTo>
                <a:lnTo>
                  <a:pt x="468528" y="40728"/>
                </a:lnTo>
                <a:lnTo>
                  <a:pt x="470103" y="54203"/>
                </a:lnTo>
                <a:lnTo>
                  <a:pt x="470229" y="135044"/>
                </a:lnTo>
                <a:lnTo>
                  <a:pt x="470103" y="192138"/>
                </a:lnTo>
                <a:lnTo>
                  <a:pt x="481228" y="192138"/>
                </a:lnTo>
                <a:lnTo>
                  <a:pt x="481228" y="66903"/>
                </a:lnTo>
                <a:lnTo>
                  <a:pt x="504064" y="66903"/>
                </a:lnTo>
                <a:lnTo>
                  <a:pt x="499708" y="62005"/>
                </a:lnTo>
                <a:lnTo>
                  <a:pt x="481228" y="40728"/>
                </a:lnTo>
                <a:close/>
              </a:path>
              <a:path w="744854" h="210820">
                <a:moveTo>
                  <a:pt x="596074" y="40728"/>
                </a:moveTo>
                <a:lnTo>
                  <a:pt x="584923" y="40728"/>
                </a:lnTo>
                <a:lnTo>
                  <a:pt x="585124" y="62005"/>
                </a:lnTo>
                <a:lnTo>
                  <a:pt x="585195" y="77367"/>
                </a:lnTo>
                <a:lnTo>
                  <a:pt x="585317" y="157835"/>
                </a:lnTo>
                <a:lnTo>
                  <a:pt x="595766" y="157835"/>
                </a:lnTo>
                <a:lnTo>
                  <a:pt x="595868" y="87284"/>
                </a:lnTo>
                <a:lnTo>
                  <a:pt x="596074" y="407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493437" y="7325673"/>
            <a:ext cx="501931" cy="1578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441902" y="7287080"/>
            <a:ext cx="19685" cy="65405"/>
          </a:xfrm>
          <a:custGeom>
            <a:avLst/>
            <a:gdLst/>
            <a:ahLst/>
            <a:cxnLst/>
            <a:rect l="l" t="t" r="r" b="b"/>
            <a:pathLst>
              <a:path w="19684" h="65404">
                <a:moveTo>
                  <a:pt x="19240" y="0"/>
                </a:moveTo>
                <a:lnTo>
                  <a:pt x="0" y="0"/>
                </a:lnTo>
                <a:lnTo>
                  <a:pt x="393" y="65112"/>
                </a:lnTo>
                <a:lnTo>
                  <a:pt x="18897" y="65112"/>
                </a:lnTo>
                <a:lnTo>
                  <a:pt x="19240" y="0"/>
                </a:lnTo>
                <a:close/>
              </a:path>
            </a:pathLst>
          </a:custGeom>
          <a:solidFill>
            <a:srgbClr val="C8D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B1AE28-98F3-4F4F-8860-B469DD09B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902" y="125051"/>
            <a:ext cx="1284604" cy="698049"/>
          </a:xfrm>
          <a:prstGeom prst="rect">
            <a:avLst/>
          </a:prstGeom>
        </p:spPr>
      </p:pic>
      <p:graphicFrame>
        <p:nvGraphicFramePr>
          <p:cNvPr id="10" name="Diagramm 11">
            <a:extLst>
              <a:ext uri="{FF2B5EF4-FFF2-40B4-BE49-F238E27FC236}">
                <a16:creationId xmlns:a16="http://schemas.microsoft.com/office/drawing/2014/main" id="{8586FFA2-B276-4BF0-BF84-5A3ED05895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2200115"/>
              </p:ext>
            </p:extLst>
          </p:nvPr>
        </p:nvGraphicFramePr>
        <p:xfrm>
          <a:off x="455293" y="938668"/>
          <a:ext cx="9996808" cy="58145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Прямоугольник 6">
            <a:extLst>
              <a:ext uri="{FF2B5EF4-FFF2-40B4-BE49-F238E27FC236}">
                <a16:creationId xmlns:a16="http://schemas.microsoft.com/office/drawing/2014/main" id="{14B287B2-C865-45A5-835F-089A338D1DE0}"/>
              </a:ext>
            </a:extLst>
          </p:cNvPr>
          <p:cNvSpPr/>
          <p:nvPr/>
        </p:nvSpPr>
        <p:spPr>
          <a:xfrm>
            <a:off x="927100" y="280719"/>
            <a:ext cx="97649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kern="0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rPr>
              <a:t>Engagement</a:t>
            </a:r>
          </a:p>
        </p:txBody>
      </p:sp>
    </p:spTree>
    <p:extLst>
      <p:ext uri="{BB962C8B-B14F-4D97-AF65-F5344CB8AC3E}">
        <p14:creationId xmlns:p14="http://schemas.microsoft.com/office/powerpoint/2010/main" val="3413714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224597"/>
            <a:ext cx="10692130" cy="335915"/>
          </a:xfrm>
          <a:custGeom>
            <a:avLst/>
            <a:gdLst/>
            <a:ahLst/>
            <a:cxnLst/>
            <a:rect l="l" t="t" r="r" b="b"/>
            <a:pathLst>
              <a:path w="10692130" h="335915">
                <a:moveTo>
                  <a:pt x="10608132" y="0"/>
                </a:moveTo>
                <a:lnTo>
                  <a:pt x="0" y="0"/>
                </a:lnTo>
                <a:lnTo>
                  <a:pt x="0" y="335457"/>
                </a:lnTo>
                <a:lnTo>
                  <a:pt x="10692003" y="335457"/>
                </a:lnTo>
                <a:lnTo>
                  <a:pt x="10692003" y="83832"/>
                </a:lnTo>
                <a:lnTo>
                  <a:pt x="10608132" y="0"/>
                </a:lnTo>
                <a:close/>
              </a:path>
            </a:pathLst>
          </a:custGeom>
          <a:solidFill>
            <a:srgbClr val="84A2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08532" y="7224597"/>
            <a:ext cx="2683510" cy="335915"/>
          </a:xfrm>
          <a:custGeom>
            <a:avLst/>
            <a:gdLst/>
            <a:ahLst/>
            <a:cxnLst/>
            <a:rect l="l" t="t" r="r" b="b"/>
            <a:pathLst>
              <a:path w="2683509" h="335915">
                <a:moveTo>
                  <a:pt x="2599601" y="0"/>
                </a:moveTo>
                <a:lnTo>
                  <a:pt x="0" y="0"/>
                </a:lnTo>
                <a:lnTo>
                  <a:pt x="0" y="335457"/>
                </a:lnTo>
                <a:lnTo>
                  <a:pt x="2683471" y="335457"/>
                </a:lnTo>
                <a:lnTo>
                  <a:pt x="2683471" y="83819"/>
                </a:lnTo>
                <a:lnTo>
                  <a:pt x="2599601" y="0"/>
                </a:lnTo>
                <a:close/>
              </a:path>
            </a:pathLst>
          </a:custGeom>
          <a:solidFill>
            <a:srgbClr val="3E70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705177" y="7287076"/>
            <a:ext cx="744855" cy="210820"/>
          </a:xfrm>
          <a:custGeom>
            <a:avLst/>
            <a:gdLst/>
            <a:ahLst/>
            <a:cxnLst/>
            <a:rect l="l" t="t" r="r" b="b"/>
            <a:pathLst>
              <a:path w="744854" h="210820">
                <a:moveTo>
                  <a:pt x="106108" y="0"/>
                </a:moveTo>
                <a:lnTo>
                  <a:pt x="61748" y="8743"/>
                </a:lnTo>
                <a:lnTo>
                  <a:pt x="28360" y="32313"/>
                </a:lnTo>
                <a:lnTo>
                  <a:pt x="7319" y="66720"/>
                </a:lnTo>
                <a:lnTo>
                  <a:pt x="0" y="107975"/>
                </a:lnTo>
                <a:lnTo>
                  <a:pt x="9467" y="152719"/>
                </a:lnTo>
                <a:lnTo>
                  <a:pt x="34304" y="184762"/>
                </a:lnTo>
                <a:lnTo>
                  <a:pt x="69164" y="204037"/>
                </a:lnTo>
                <a:lnTo>
                  <a:pt x="108699" y="210477"/>
                </a:lnTo>
                <a:lnTo>
                  <a:pt x="126638" y="209091"/>
                </a:lnTo>
                <a:lnTo>
                  <a:pt x="146923" y="205439"/>
                </a:lnTo>
                <a:lnTo>
                  <a:pt x="158673" y="202412"/>
                </a:lnTo>
                <a:lnTo>
                  <a:pt x="116014" y="202412"/>
                </a:lnTo>
                <a:lnTo>
                  <a:pt x="80021" y="195898"/>
                </a:lnTo>
                <a:lnTo>
                  <a:pt x="51504" y="177172"/>
                </a:lnTo>
                <a:lnTo>
                  <a:pt x="32732" y="147457"/>
                </a:lnTo>
                <a:lnTo>
                  <a:pt x="25971" y="107975"/>
                </a:lnTo>
                <a:lnTo>
                  <a:pt x="31158" y="72982"/>
                </a:lnTo>
                <a:lnTo>
                  <a:pt x="46877" y="41319"/>
                </a:lnTo>
                <a:lnTo>
                  <a:pt x="73361" y="18371"/>
                </a:lnTo>
                <a:lnTo>
                  <a:pt x="110845" y="9525"/>
                </a:lnTo>
                <a:lnTo>
                  <a:pt x="156030" y="9525"/>
                </a:lnTo>
                <a:lnTo>
                  <a:pt x="146753" y="5681"/>
                </a:lnTo>
                <a:lnTo>
                  <a:pt x="127283" y="1363"/>
                </a:lnTo>
                <a:lnTo>
                  <a:pt x="106108" y="0"/>
                </a:lnTo>
                <a:close/>
              </a:path>
              <a:path w="744854" h="210820">
                <a:moveTo>
                  <a:pt x="184099" y="118618"/>
                </a:moveTo>
                <a:lnTo>
                  <a:pt x="160654" y="118618"/>
                </a:lnTo>
                <a:lnTo>
                  <a:pt x="160654" y="189611"/>
                </a:lnTo>
                <a:lnTo>
                  <a:pt x="149470" y="194552"/>
                </a:lnTo>
                <a:lnTo>
                  <a:pt x="138063" y="198626"/>
                </a:lnTo>
                <a:lnTo>
                  <a:pt x="126791" y="201392"/>
                </a:lnTo>
                <a:lnTo>
                  <a:pt x="116014" y="202412"/>
                </a:lnTo>
                <a:lnTo>
                  <a:pt x="158673" y="202412"/>
                </a:lnTo>
                <a:lnTo>
                  <a:pt x="166945" y="200281"/>
                </a:lnTo>
                <a:lnTo>
                  <a:pt x="184099" y="194373"/>
                </a:lnTo>
                <a:lnTo>
                  <a:pt x="184099" y="118618"/>
                </a:lnTo>
                <a:close/>
              </a:path>
              <a:path w="744854" h="210820">
                <a:moveTo>
                  <a:pt x="156030" y="9525"/>
                </a:moveTo>
                <a:lnTo>
                  <a:pt x="110845" y="9525"/>
                </a:lnTo>
                <a:lnTo>
                  <a:pt x="128671" y="10785"/>
                </a:lnTo>
                <a:lnTo>
                  <a:pt x="145345" y="15754"/>
                </a:lnTo>
                <a:lnTo>
                  <a:pt x="160980" y="26209"/>
                </a:lnTo>
                <a:lnTo>
                  <a:pt x="175691" y="43929"/>
                </a:lnTo>
                <a:lnTo>
                  <a:pt x="183006" y="24536"/>
                </a:lnTo>
                <a:lnTo>
                  <a:pt x="165124" y="13292"/>
                </a:lnTo>
                <a:lnTo>
                  <a:pt x="156030" y="9525"/>
                </a:lnTo>
                <a:close/>
              </a:path>
              <a:path w="744854" h="210820">
                <a:moveTo>
                  <a:pt x="292176" y="40728"/>
                </a:moveTo>
                <a:lnTo>
                  <a:pt x="211264" y="40728"/>
                </a:lnTo>
                <a:lnTo>
                  <a:pt x="211264" y="192138"/>
                </a:lnTo>
                <a:lnTo>
                  <a:pt x="303364" y="192138"/>
                </a:lnTo>
                <a:lnTo>
                  <a:pt x="306890" y="182511"/>
                </a:lnTo>
                <a:lnTo>
                  <a:pt x="231698" y="182511"/>
                </a:lnTo>
                <a:lnTo>
                  <a:pt x="231698" y="120484"/>
                </a:lnTo>
                <a:lnTo>
                  <a:pt x="247003" y="120331"/>
                </a:lnTo>
                <a:lnTo>
                  <a:pt x="285650" y="120331"/>
                </a:lnTo>
                <a:lnTo>
                  <a:pt x="285884" y="112763"/>
                </a:lnTo>
                <a:lnTo>
                  <a:pt x="232041" y="112763"/>
                </a:lnTo>
                <a:lnTo>
                  <a:pt x="232041" y="50749"/>
                </a:lnTo>
                <a:lnTo>
                  <a:pt x="296195" y="50749"/>
                </a:lnTo>
                <a:lnTo>
                  <a:pt x="292176" y="40728"/>
                </a:lnTo>
                <a:close/>
              </a:path>
              <a:path w="744854" h="210820">
                <a:moveTo>
                  <a:pt x="307606" y="180555"/>
                </a:moveTo>
                <a:lnTo>
                  <a:pt x="291663" y="181686"/>
                </a:lnTo>
                <a:lnTo>
                  <a:pt x="268614" y="182267"/>
                </a:lnTo>
                <a:lnTo>
                  <a:pt x="231698" y="182511"/>
                </a:lnTo>
                <a:lnTo>
                  <a:pt x="306890" y="182511"/>
                </a:lnTo>
                <a:lnTo>
                  <a:pt x="307606" y="180555"/>
                </a:lnTo>
                <a:close/>
              </a:path>
              <a:path w="744854" h="210820">
                <a:moveTo>
                  <a:pt x="285650" y="120331"/>
                </a:moveTo>
                <a:lnTo>
                  <a:pt x="247003" y="120331"/>
                </a:lnTo>
                <a:lnTo>
                  <a:pt x="261116" y="120473"/>
                </a:lnTo>
                <a:lnTo>
                  <a:pt x="273998" y="120904"/>
                </a:lnTo>
                <a:lnTo>
                  <a:pt x="285610" y="121615"/>
                </a:lnTo>
                <a:lnTo>
                  <a:pt x="285650" y="120331"/>
                </a:lnTo>
                <a:close/>
              </a:path>
              <a:path w="744854" h="210820">
                <a:moveTo>
                  <a:pt x="285991" y="109321"/>
                </a:moveTo>
                <a:lnTo>
                  <a:pt x="272434" y="110391"/>
                </a:lnTo>
                <a:lnTo>
                  <a:pt x="242391" y="111679"/>
                </a:lnTo>
                <a:lnTo>
                  <a:pt x="232041" y="112763"/>
                </a:lnTo>
                <a:lnTo>
                  <a:pt x="285884" y="112763"/>
                </a:lnTo>
                <a:lnTo>
                  <a:pt x="285991" y="109321"/>
                </a:lnTo>
                <a:close/>
              </a:path>
              <a:path w="744854" h="210820">
                <a:moveTo>
                  <a:pt x="296195" y="50749"/>
                </a:moveTo>
                <a:lnTo>
                  <a:pt x="257898" y="50749"/>
                </a:lnTo>
                <a:lnTo>
                  <a:pt x="268747" y="50826"/>
                </a:lnTo>
                <a:lnTo>
                  <a:pt x="279374" y="51084"/>
                </a:lnTo>
                <a:lnTo>
                  <a:pt x="288992" y="51558"/>
                </a:lnTo>
                <a:lnTo>
                  <a:pt x="296811" y="52285"/>
                </a:lnTo>
                <a:lnTo>
                  <a:pt x="296195" y="50749"/>
                </a:lnTo>
                <a:close/>
              </a:path>
              <a:path w="744854" h="210820">
                <a:moveTo>
                  <a:pt x="355297" y="66903"/>
                </a:moveTo>
                <a:lnTo>
                  <a:pt x="332485" y="66903"/>
                </a:lnTo>
                <a:lnTo>
                  <a:pt x="418245" y="165892"/>
                </a:lnTo>
                <a:lnTo>
                  <a:pt x="434602" y="184012"/>
                </a:lnTo>
                <a:lnTo>
                  <a:pt x="447674" y="197548"/>
                </a:lnTo>
                <a:lnTo>
                  <a:pt x="447082" y="165892"/>
                </a:lnTo>
                <a:lnTo>
                  <a:pt x="446962" y="157835"/>
                </a:lnTo>
                <a:lnTo>
                  <a:pt x="436511" y="157835"/>
                </a:lnTo>
                <a:lnTo>
                  <a:pt x="355297" y="66903"/>
                </a:lnTo>
                <a:close/>
              </a:path>
              <a:path w="744854" h="210820">
                <a:moveTo>
                  <a:pt x="332485" y="40728"/>
                </a:moveTo>
                <a:lnTo>
                  <a:pt x="319760" y="40728"/>
                </a:lnTo>
                <a:lnTo>
                  <a:pt x="321297" y="54203"/>
                </a:lnTo>
                <a:lnTo>
                  <a:pt x="321424" y="135044"/>
                </a:lnTo>
                <a:lnTo>
                  <a:pt x="321297" y="192138"/>
                </a:lnTo>
                <a:lnTo>
                  <a:pt x="332485" y="192138"/>
                </a:lnTo>
                <a:lnTo>
                  <a:pt x="332485" y="66903"/>
                </a:lnTo>
                <a:lnTo>
                  <a:pt x="355297" y="66903"/>
                </a:lnTo>
                <a:lnTo>
                  <a:pt x="350943" y="62005"/>
                </a:lnTo>
                <a:lnTo>
                  <a:pt x="332485" y="40728"/>
                </a:lnTo>
                <a:close/>
              </a:path>
              <a:path w="744854" h="210820">
                <a:moveTo>
                  <a:pt x="447281" y="40728"/>
                </a:moveTo>
                <a:lnTo>
                  <a:pt x="436117" y="40728"/>
                </a:lnTo>
                <a:lnTo>
                  <a:pt x="436319" y="62005"/>
                </a:lnTo>
                <a:lnTo>
                  <a:pt x="436389" y="77367"/>
                </a:lnTo>
                <a:lnTo>
                  <a:pt x="436511" y="157835"/>
                </a:lnTo>
                <a:lnTo>
                  <a:pt x="446962" y="157835"/>
                </a:lnTo>
                <a:lnTo>
                  <a:pt x="447072" y="87284"/>
                </a:lnTo>
                <a:lnTo>
                  <a:pt x="447281" y="40728"/>
                </a:lnTo>
                <a:close/>
              </a:path>
              <a:path w="744854" h="210820">
                <a:moveTo>
                  <a:pt x="677062" y="38798"/>
                </a:moveTo>
                <a:lnTo>
                  <a:pt x="672795" y="38798"/>
                </a:lnTo>
                <a:lnTo>
                  <a:pt x="605408" y="192138"/>
                </a:lnTo>
                <a:lnTo>
                  <a:pt x="616165" y="192138"/>
                </a:lnTo>
                <a:lnTo>
                  <a:pt x="638924" y="140525"/>
                </a:lnTo>
                <a:lnTo>
                  <a:pt x="721170" y="140525"/>
                </a:lnTo>
                <a:lnTo>
                  <a:pt x="716679" y="130505"/>
                </a:lnTo>
                <a:lnTo>
                  <a:pt x="643153" y="130505"/>
                </a:lnTo>
                <a:lnTo>
                  <a:pt x="669010" y="69977"/>
                </a:lnTo>
                <a:lnTo>
                  <a:pt x="689987" y="69977"/>
                </a:lnTo>
                <a:lnTo>
                  <a:pt x="683615" y="55372"/>
                </a:lnTo>
                <a:lnTo>
                  <a:pt x="681278" y="49593"/>
                </a:lnTo>
                <a:lnTo>
                  <a:pt x="677062" y="38798"/>
                </a:lnTo>
                <a:close/>
              </a:path>
              <a:path w="744854" h="210820">
                <a:moveTo>
                  <a:pt x="721170" y="140525"/>
                </a:moveTo>
                <a:lnTo>
                  <a:pt x="699046" y="140525"/>
                </a:lnTo>
                <a:lnTo>
                  <a:pt x="704644" y="153779"/>
                </a:lnTo>
                <a:lnTo>
                  <a:pt x="710236" y="167189"/>
                </a:lnTo>
                <a:lnTo>
                  <a:pt x="715535" y="180169"/>
                </a:lnTo>
                <a:lnTo>
                  <a:pt x="720255" y="192138"/>
                </a:lnTo>
                <a:lnTo>
                  <a:pt x="744512" y="192138"/>
                </a:lnTo>
                <a:lnTo>
                  <a:pt x="733302" y="167516"/>
                </a:lnTo>
                <a:lnTo>
                  <a:pt x="721170" y="140525"/>
                </a:lnTo>
                <a:close/>
              </a:path>
              <a:path w="744854" h="210820">
                <a:moveTo>
                  <a:pt x="689987" y="69977"/>
                </a:moveTo>
                <a:lnTo>
                  <a:pt x="669010" y="69977"/>
                </a:lnTo>
                <a:lnTo>
                  <a:pt x="679569" y="94611"/>
                </a:lnTo>
                <a:lnTo>
                  <a:pt x="687078" y="112217"/>
                </a:lnTo>
                <a:lnTo>
                  <a:pt x="694804" y="130505"/>
                </a:lnTo>
                <a:lnTo>
                  <a:pt x="716679" y="130505"/>
                </a:lnTo>
                <a:lnTo>
                  <a:pt x="700219" y="93431"/>
                </a:lnTo>
                <a:lnTo>
                  <a:pt x="689987" y="69977"/>
                </a:lnTo>
                <a:close/>
              </a:path>
              <a:path w="744854" h="210820">
                <a:moveTo>
                  <a:pt x="504064" y="66903"/>
                </a:moveTo>
                <a:lnTo>
                  <a:pt x="481228" y="66903"/>
                </a:lnTo>
                <a:lnTo>
                  <a:pt x="567043" y="165892"/>
                </a:lnTo>
                <a:lnTo>
                  <a:pt x="583407" y="184012"/>
                </a:lnTo>
                <a:lnTo>
                  <a:pt x="596480" y="197548"/>
                </a:lnTo>
                <a:lnTo>
                  <a:pt x="595887" y="165892"/>
                </a:lnTo>
                <a:lnTo>
                  <a:pt x="595766" y="157835"/>
                </a:lnTo>
                <a:lnTo>
                  <a:pt x="585317" y="157835"/>
                </a:lnTo>
                <a:lnTo>
                  <a:pt x="504064" y="66903"/>
                </a:lnTo>
                <a:close/>
              </a:path>
              <a:path w="744854" h="210820">
                <a:moveTo>
                  <a:pt x="481228" y="40728"/>
                </a:moveTo>
                <a:lnTo>
                  <a:pt x="468528" y="40728"/>
                </a:lnTo>
                <a:lnTo>
                  <a:pt x="470103" y="54203"/>
                </a:lnTo>
                <a:lnTo>
                  <a:pt x="470229" y="135044"/>
                </a:lnTo>
                <a:lnTo>
                  <a:pt x="470103" y="192138"/>
                </a:lnTo>
                <a:lnTo>
                  <a:pt x="481228" y="192138"/>
                </a:lnTo>
                <a:lnTo>
                  <a:pt x="481228" y="66903"/>
                </a:lnTo>
                <a:lnTo>
                  <a:pt x="504064" y="66903"/>
                </a:lnTo>
                <a:lnTo>
                  <a:pt x="499708" y="62005"/>
                </a:lnTo>
                <a:lnTo>
                  <a:pt x="481228" y="40728"/>
                </a:lnTo>
                <a:close/>
              </a:path>
              <a:path w="744854" h="210820">
                <a:moveTo>
                  <a:pt x="596074" y="40728"/>
                </a:moveTo>
                <a:lnTo>
                  <a:pt x="584923" y="40728"/>
                </a:lnTo>
                <a:lnTo>
                  <a:pt x="585124" y="62005"/>
                </a:lnTo>
                <a:lnTo>
                  <a:pt x="585195" y="77367"/>
                </a:lnTo>
                <a:lnTo>
                  <a:pt x="585317" y="157835"/>
                </a:lnTo>
                <a:lnTo>
                  <a:pt x="595766" y="157835"/>
                </a:lnTo>
                <a:lnTo>
                  <a:pt x="595868" y="87284"/>
                </a:lnTo>
                <a:lnTo>
                  <a:pt x="596074" y="407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493437" y="7325673"/>
            <a:ext cx="501931" cy="1578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441902" y="7287080"/>
            <a:ext cx="19685" cy="65405"/>
          </a:xfrm>
          <a:custGeom>
            <a:avLst/>
            <a:gdLst/>
            <a:ahLst/>
            <a:cxnLst/>
            <a:rect l="l" t="t" r="r" b="b"/>
            <a:pathLst>
              <a:path w="19684" h="65404">
                <a:moveTo>
                  <a:pt x="19240" y="0"/>
                </a:moveTo>
                <a:lnTo>
                  <a:pt x="0" y="0"/>
                </a:lnTo>
                <a:lnTo>
                  <a:pt x="393" y="65112"/>
                </a:lnTo>
                <a:lnTo>
                  <a:pt x="18897" y="65112"/>
                </a:lnTo>
                <a:lnTo>
                  <a:pt x="19240" y="0"/>
                </a:lnTo>
                <a:close/>
              </a:path>
            </a:pathLst>
          </a:custGeom>
          <a:solidFill>
            <a:srgbClr val="C8D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B1AE28-98F3-4F4F-8860-B469DD09B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902" y="125051"/>
            <a:ext cx="1284604" cy="698049"/>
          </a:xfrm>
          <a:prstGeom prst="rect">
            <a:avLst/>
          </a:prstGeom>
        </p:spPr>
      </p:pic>
      <p:sp>
        <p:nvSpPr>
          <p:cNvPr id="13" name="Прямоугольник 6">
            <a:extLst>
              <a:ext uri="{FF2B5EF4-FFF2-40B4-BE49-F238E27FC236}">
                <a16:creationId xmlns:a16="http://schemas.microsoft.com/office/drawing/2014/main" id="{14B287B2-C865-45A5-835F-089A338D1DE0}"/>
              </a:ext>
            </a:extLst>
          </p:cNvPr>
          <p:cNvSpPr/>
          <p:nvPr/>
        </p:nvSpPr>
        <p:spPr>
          <a:xfrm>
            <a:off x="1231900" y="280719"/>
            <a:ext cx="94601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kern="0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rPr>
              <a:t>Comment</a:t>
            </a:r>
          </a:p>
        </p:txBody>
      </p:sp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CD7F98C0-D2D2-450A-9B2A-132529041E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6909930"/>
              </p:ext>
            </p:extLst>
          </p:nvPr>
        </p:nvGraphicFramePr>
        <p:xfrm>
          <a:off x="455293" y="938668"/>
          <a:ext cx="9996808" cy="5966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57732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224597"/>
            <a:ext cx="10692130" cy="335915"/>
          </a:xfrm>
          <a:custGeom>
            <a:avLst/>
            <a:gdLst/>
            <a:ahLst/>
            <a:cxnLst/>
            <a:rect l="l" t="t" r="r" b="b"/>
            <a:pathLst>
              <a:path w="10692130" h="335915">
                <a:moveTo>
                  <a:pt x="10608132" y="0"/>
                </a:moveTo>
                <a:lnTo>
                  <a:pt x="0" y="0"/>
                </a:lnTo>
                <a:lnTo>
                  <a:pt x="0" y="335457"/>
                </a:lnTo>
                <a:lnTo>
                  <a:pt x="10692003" y="335457"/>
                </a:lnTo>
                <a:lnTo>
                  <a:pt x="10692003" y="83832"/>
                </a:lnTo>
                <a:lnTo>
                  <a:pt x="10608132" y="0"/>
                </a:lnTo>
                <a:close/>
              </a:path>
            </a:pathLst>
          </a:custGeom>
          <a:solidFill>
            <a:srgbClr val="84A2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008532" y="7224597"/>
            <a:ext cx="2683510" cy="335915"/>
          </a:xfrm>
          <a:custGeom>
            <a:avLst/>
            <a:gdLst/>
            <a:ahLst/>
            <a:cxnLst/>
            <a:rect l="l" t="t" r="r" b="b"/>
            <a:pathLst>
              <a:path w="2683509" h="335915">
                <a:moveTo>
                  <a:pt x="2599601" y="0"/>
                </a:moveTo>
                <a:lnTo>
                  <a:pt x="0" y="0"/>
                </a:lnTo>
                <a:lnTo>
                  <a:pt x="0" y="335457"/>
                </a:lnTo>
                <a:lnTo>
                  <a:pt x="2683471" y="335457"/>
                </a:lnTo>
                <a:lnTo>
                  <a:pt x="2683471" y="83819"/>
                </a:lnTo>
                <a:lnTo>
                  <a:pt x="2599601" y="0"/>
                </a:lnTo>
                <a:close/>
              </a:path>
            </a:pathLst>
          </a:custGeom>
          <a:solidFill>
            <a:srgbClr val="3E708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705177" y="7287076"/>
            <a:ext cx="744855" cy="210820"/>
          </a:xfrm>
          <a:custGeom>
            <a:avLst/>
            <a:gdLst/>
            <a:ahLst/>
            <a:cxnLst/>
            <a:rect l="l" t="t" r="r" b="b"/>
            <a:pathLst>
              <a:path w="744854" h="210820">
                <a:moveTo>
                  <a:pt x="106108" y="0"/>
                </a:moveTo>
                <a:lnTo>
                  <a:pt x="61748" y="8743"/>
                </a:lnTo>
                <a:lnTo>
                  <a:pt x="28360" y="32313"/>
                </a:lnTo>
                <a:lnTo>
                  <a:pt x="7319" y="66720"/>
                </a:lnTo>
                <a:lnTo>
                  <a:pt x="0" y="107975"/>
                </a:lnTo>
                <a:lnTo>
                  <a:pt x="9467" y="152719"/>
                </a:lnTo>
                <a:lnTo>
                  <a:pt x="34304" y="184762"/>
                </a:lnTo>
                <a:lnTo>
                  <a:pt x="69164" y="204037"/>
                </a:lnTo>
                <a:lnTo>
                  <a:pt x="108699" y="210477"/>
                </a:lnTo>
                <a:lnTo>
                  <a:pt x="126638" y="209091"/>
                </a:lnTo>
                <a:lnTo>
                  <a:pt x="146923" y="205439"/>
                </a:lnTo>
                <a:lnTo>
                  <a:pt x="158673" y="202412"/>
                </a:lnTo>
                <a:lnTo>
                  <a:pt x="116014" y="202412"/>
                </a:lnTo>
                <a:lnTo>
                  <a:pt x="80021" y="195898"/>
                </a:lnTo>
                <a:lnTo>
                  <a:pt x="51504" y="177172"/>
                </a:lnTo>
                <a:lnTo>
                  <a:pt x="32732" y="147457"/>
                </a:lnTo>
                <a:lnTo>
                  <a:pt x="25971" y="107975"/>
                </a:lnTo>
                <a:lnTo>
                  <a:pt x="31158" y="72982"/>
                </a:lnTo>
                <a:lnTo>
                  <a:pt x="46877" y="41319"/>
                </a:lnTo>
                <a:lnTo>
                  <a:pt x="73361" y="18371"/>
                </a:lnTo>
                <a:lnTo>
                  <a:pt x="110845" y="9525"/>
                </a:lnTo>
                <a:lnTo>
                  <a:pt x="156030" y="9525"/>
                </a:lnTo>
                <a:lnTo>
                  <a:pt x="146753" y="5681"/>
                </a:lnTo>
                <a:lnTo>
                  <a:pt x="127283" y="1363"/>
                </a:lnTo>
                <a:lnTo>
                  <a:pt x="106108" y="0"/>
                </a:lnTo>
                <a:close/>
              </a:path>
              <a:path w="744854" h="210820">
                <a:moveTo>
                  <a:pt x="184099" y="118618"/>
                </a:moveTo>
                <a:lnTo>
                  <a:pt x="160654" y="118618"/>
                </a:lnTo>
                <a:lnTo>
                  <a:pt x="160654" y="189611"/>
                </a:lnTo>
                <a:lnTo>
                  <a:pt x="149470" y="194552"/>
                </a:lnTo>
                <a:lnTo>
                  <a:pt x="138063" y="198626"/>
                </a:lnTo>
                <a:lnTo>
                  <a:pt x="126791" y="201392"/>
                </a:lnTo>
                <a:lnTo>
                  <a:pt x="116014" y="202412"/>
                </a:lnTo>
                <a:lnTo>
                  <a:pt x="158673" y="202412"/>
                </a:lnTo>
                <a:lnTo>
                  <a:pt x="166945" y="200281"/>
                </a:lnTo>
                <a:lnTo>
                  <a:pt x="184099" y="194373"/>
                </a:lnTo>
                <a:lnTo>
                  <a:pt x="184099" y="118618"/>
                </a:lnTo>
                <a:close/>
              </a:path>
              <a:path w="744854" h="210820">
                <a:moveTo>
                  <a:pt x="156030" y="9525"/>
                </a:moveTo>
                <a:lnTo>
                  <a:pt x="110845" y="9525"/>
                </a:lnTo>
                <a:lnTo>
                  <a:pt x="128671" y="10785"/>
                </a:lnTo>
                <a:lnTo>
                  <a:pt x="145345" y="15754"/>
                </a:lnTo>
                <a:lnTo>
                  <a:pt x="160980" y="26209"/>
                </a:lnTo>
                <a:lnTo>
                  <a:pt x="175691" y="43929"/>
                </a:lnTo>
                <a:lnTo>
                  <a:pt x="183006" y="24536"/>
                </a:lnTo>
                <a:lnTo>
                  <a:pt x="165124" y="13292"/>
                </a:lnTo>
                <a:lnTo>
                  <a:pt x="156030" y="9525"/>
                </a:lnTo>
                <a:close/>
              </a:path>
              <a:path w="744854" h="210820">
                <a:moveTo>
                  <a:pt x="292176" y="40728"/>
                </a:moveTo>
                <a:lnTo>
                  <a:pt x="211264" y="40728"/>
                </a:lnTo>
                <a:lnTo>
                  <a:pt x="211264" y="192138"/>
                </a:lnTo>
                <a:lnTo>
                  <a:pt x="303364" y="192138"/>
                </a:lnTo>
                <a:lnTo>
                  <a:pt x="306890" y="182511"/>
                </a:lnTo>
                <a:lnTo>
                  <a:pt x="231698" y="182511"/>
                </a:lnTo>
                <a:lnTo>
                  <a:pt x="231698" y="120484"/>
                </a:lnTo>
                <a:lnTo>
                  <a:pt x="247003" y="120331"/>
                </a:lnTo>
                <a:lnTo>
                  <a:pt x="285650" y="120331"/>
                </a:lnTo>
                <a:lnTo>
                  <a:pt x="285884" y="112763"/>
                </a:lnTo>
                <a:lnTo>
                  <a:pt x="232041" y="112763"/>
                </a:lnTo>
                <a:lnTo>
                  <a:pt x="232041" y="50749"/>
                </a:lnTo>
                <a:lnTo>
                  <a:pt x="296195" y="50749"/>
                </a:lnTo>
                <a:lnTo>
                  <a:pt x="292176" y="40728"/>
                </a:lnTo>
                <a:close/>
              </a:path>
              <a:path w="744854" h="210820">
                <a:moveTo>
                  <a:pt x="307606" y="180555"/>
                </a:moveTo>
                <a:lnTo>
                  <a:pt x="291663" y="181686"/>
                </a:lnTo>
                <a:lnTo>
                  <a:pt x="268614" y="182267"/>
                </a:lnTo>
                <a:lnTo>
                  <a:pt x="231698" y="182511"/>
                </a:lnTo>
                <a:lnTo>
                  <a:pt x="306890" y="182511"/>
                </a:lnTo>
                <a:lnTo>
                  <a:pt x="307606" y="180555"/>
                </a:lnTo>
                <a:close/>
              </a:path>
              <a:path w="744854" h="210820">
                <a:moveTo>
                  <a:pt x="285650" y="120331"/>
                </a:moveTo>
                <a:lnTo>
                  <a:pt x="247003" y="120331"/>
                </a:lnTo>
                <a:lnTo>
                  <a:pt x="261116" y="120473"/>
                </a:lnTo>
                <a:lnTo>
                  <a:pt x="273998" y="120904"/>
                </a:lnTo>
                <a:lnTo>
                  <a:pt x="285610" y="121615"/>
                </a:lnTo>
                <a:lnTo>
                  <a:pt x="285650" y="120331"/>
                </a:lnTo>
                <a:close/>
              </a:path>
              <a:path w="744854" h="210820">
                <a:moveTo>
                  <a:pt x="285991" y="109321"/>
                </a:moveTo>
                <a:lnTo>
                  <a:pt x="272434" y="110391"/>
                </a:lnTo>
                <a:lnTo>
                  <a:pt x="242391" y="111679"/>
                </a:lnTo>
                <a:lnTo>
                  <a:pt x="232041" y="112763"/>
                </a:lnTo>
                <a:lnTo>
                  <a:pt x="285884" y="112763"/>
                </a:lnTo>
                <a:lnTo>
                  <a:pt x="285991" y="109321"/>
                </a:lnTo>
                <a:close/>
              </a:path>
              <a:path w="744854" h="210820">
                <a:moveTo>
                  <a:pt x="296195" y="50749"/>
                </a:moveTo>
                <a:lnTo>
                  <a:pt x="257898" y="50749"/>
                </a:lnTo>
                <a:lnTo>
                  <a:pt x="268747" y="50826"/>
                </a:lnTo>
                <a:lnTo>
                  <a:pt x="279374" y="51084"/>
                </a:lnTo>
                <a:lnTo>
                  <a:pt x="288992" y="51558"/>
                </a:lnTo>
                <a:lnTo>
                  <a:pt x="296811" y="52285"/>
                </a:lnTo>
                <a:lnTo>
                  <a:pt x="296195" y="50749"/>
                </a:lnTo>
                <a:close/>
              </a:path>
              <a:path w="744854" h="210820">
                <a:moveTo>
                  <a:pt x="355297" y="66903"/>
                </a:moveTo>
                <a:lnTo>
                  <a:pt x="332485" y="66903"/>
                </a:lnTo>
                <a:lnTo>
                  <a:pt x="418245" y="165892"/>
                </a:lnTo>
                <a:lnTo>
                  <a:pt x="434602" y="184012"/>
                </a:lnTo>
                <a:lnTo>
                  <a:pt x="447674" y="197548"/>
                </a:lnTo>
                <a:lnTo>
                  <a:pt x="447082" y="165892"/>
                </a:lnTo>
                <a:lnTo>
                  <a:pt x="446962" y="157835"/>
                </a:lnTo>
                <a:lnTo>
                  <a:pt x="436511" y="157835"/>
                </a:lnTo>
                <a:lnTo>
                  <a:pt x="355297" y="66903"/>
                </a:lnTo>
                <a:close/>
              </a:path>
              <a:path w="744854" h="210820">
                <a:moveTo>
                  <a:pt x="332485" y="40728"/>
                </a:moveTo>
                <a:lnTo>
                  <a:pt x="319760" y="40728"/>
                </a:lnTo>
                <a:lnTo>
                  <a:pt x="321297" y="54203"/>
                </a:lnTo>
                <a:lnTo>
                  <a:pt x="321424" y="135044"/>
                </a:lnTo>
                <a:lnTo>
                  <a:pt x="321297" y="192138"/>
                </a:lnTo>
                <a:lnTo>
                  <a:pt x="332485" y="192138"/>
                </a:lnTo>
                <a:lnTo>
                  <a:pt x="332485" y="66903"/>
                </a:lnTo>
                <a:lnTo>
                  <a:pt x="355297" y="66903"/>
                </a:lnTo>
                <a:lnTo>
                  <a:pt x="350943" y="62005"/>
                </a:lnTo>
                <a:lnTo>
                  <a:pt x="332485" y="40728"/>
                </a:lnTo>
                <a:close/>
              </a:path>
              <a:path w="744854" h="210820">
                <a:moveTo>
                  <a:pt x="447281" y="40728"/>
                </a:moveTo>
                <a:lnTo>
                  <a:pt x="436117" y="40728"/>
                </a:lnTo>
                <a:lnTo>
                  <a:pt x="436319" y="62005"/>
                </a:lnTo>
                <a:lnTo>
                  <a:pt x="436389" y="77367"/>
                </a:lnTo>
                <a:lnTo>
                  <a:pt x="436511" y="157835"/>
                </a:lnTo>
                <a:lnTo>
                  <a:pt x="446962" y="157835"/>
                </a:lnTo>
                <a:lnTo>
                  <a:pt x="447072" y="87284"/>
                </a:lnTo>
                <a:lnTo>
                  <a:pt x="447281" y="40728"/>
                </a:lnTo>
                <a:close/>
              </a:path>
              <a:path w="744854" h="210820">
                <a:moveTo>
                  <a:pt x="677062" y="38798"/>
                </a:moveTo>
                <a:lnTo>
                  <a:pt x="672795" y="38798"/>
                </a:lnTo>
                <a:lnTo>
                  <a:pt x="605408" y="192138"/>
                </a:lnTo>
                <a:lnTo>
                  <a:pt x="616165" y="192138"/>
                </a:lnTo>
                <a:lnTo>
                  <a:pt x="638924" y="140525"/>
                </a:lnTo>
                <a:lnTo>
                  <a:pt x="721170" y="140525"/>
                </a:lnTo>
                <a:lnTo>
                  <a:pt x="716679" y="130505"/>
                </a:lnTo>
                <a:lnTo>
                  <a:pt x="643153" y="130505"/>
                </a:lnTo>
                <a:lnTo>
                  <a:pt x="669010" y="69977"/>
                </a:lnTo>
                <a:lnTo>
                  <a:pt x="689987" y="69977"/>
                </a:lnTo>
                <a:lnTo>
                  <a:pt x="683615" y="55372"/>
                </a:lnTo>
                <a:lnTo>
                  <a:pt x="681278" y="49593"/>
                </a:lnTo>
                <a:lnTo>
                  <a:pt x="677062" y="38798"/>
                </a:lnTo>
                <a:close/>
              </a:path>
              <a:path w="744854" h="210820">
                <a:moveTo>
                  <a:pt x="721170" y="140525"/>
                </a:moveTo>
                <a:lnTo>
                  <a:pt x="699046" y="140525"/>
                </a:lnTo>
                <a:lnTo>
                  <a:pt x="704644" y="153779"/>
                </a:lnTo>
                <a:lnTo>
                  <a:pt x="710236" y="167189"/>
                </a:lnTo>
                <a:lnTo>
                  <a:pt x="715535" y="180169"/>
                </a:lnTo>
                <a:lnTo>
                  <a:pt x="720255" y="192138"/>
                </a:lnTo>
                <a:lnTo>
                  <a:pt x="744512" y="192138"/>
                </a:lnTo>
                <a:lnTo>
                  <a:pt x="733302" y="167516"/>
                </a:lnTo>
                <a:lnTo>
                  <a:pt x="721170" y="140525"/>
                </a:lnTo>
                <a:close/>
              </a:path>
              <a:path w="744854" h="210820">
                <a:moveTo>
                  <a:pt x="689987" y="69977"/>
                </a:moveTo>
                <a:lnTo>
                  <a:pt x="669010" y="69977"/>
                </a:lnTo>
                <a:lnTo>
                  <a:pt x="679569" y="94611"/>
                </a:lnTo>
                <a:lnTo>
                  <a:pt x="687078" y="112217"/>
                </a:lnTo>
                <a:lnTo>
                  <a:pt x="694804" y="130505"/>
                </a:lnTo>
                <a:lnTo>
                  <a:pt x="716679" y="130505"/>
                </a:lnTo>
                <a:lnTo>
                  <a:pt x="700219" y="93431"/>
                </a:lnTo>
                <a:lnTo>
                  <a:pt x="689987" y="69977"/>
                </a:lnTo>
                <a:close/>
              </a:path>
              <a:path w="744854" h="210820">
                <a:moveTo>
                  <a:pt x="504064" y="66903"/>
                </a:moveTo>
                <a:lnTo>
                  <a:pt x="481228" y="66903"/>
                </a:lnTo>
                <a:lnTo>
                  <a:pt x="567043" y="165892"/>
                </a:lnTo>
                <a:lnTo>
                  <a:pt x="583407" y="184012"/>
                </a:lnTo>
                <a:lnTo>
                  <a:pt x="596480" y="197548"/>
                </a:lnTo>
                <a:lnTo>
                  <a:pt x="595887" y="165892"/>
                </a:lnTo>
                <a:lnTo>
                  <a:pt x="595766" y="157835"/>
                </a:lnTo>
                <a:lnTo>
                  <a:pt x="585317" y="157835"/>
                </a:lnTo>
                <a:lnTo>
                  <a:pt x="504064" y="66903"/>
                </a:lnTo>
                <a:close/>
              </a:path>
              <a:path w="744854" h="210820">
                <a:moveTo>
                  <a:pt x="481228" y="40728"/>
                </a:moveTo>
                <a:lnTo>
                  <a:pt x="468528" y="40728"/>
                </a:lnTo>
                <a:lnTo>
                  <a:pt x="470103" y="54203"/>
                </a:lnTo>
                <a:lnTo>
                  <a:pt x="470229" y="135044"/>
                </a:lnTo>
                <a:lnTo>
                  <a:pt x="470103" y="192138"/>
                </a:lnTo>
                <a:lnTo>
                  <a:pt x="481228" y="192138"/>
                </a:lnTo>
                <a:lnTo>
                  <a:pt x="481228" y="66903"/>
                </a:lnTo>
                <a:lnTo>
                  <a:pt x="504064" y="66903"/>
                </a:lnTo>
                <a:lnTo>
                  <a:pt x="499708" y="62005"/>
                </a:lnTo>
                <a:lnTo>
                  <a:pt x="481228" y="40728"/>
                </a:lnTo>
                <a:close/>
              </a:path>
              <a:path w="744854" h="210820">
                <a:moveTo>
                  <a:pt x="596074" y="40728"/>
                </a:moveTo>
                <a:lnTo>
                  <a:pt x="584923" y="40728"/>
                </a:lnTo>
                <a:lnTo>
                  <a:pt x="585124" y="62005"/>
                </a:lnTo>
                <a:lnTo>
                  <a:pt x="585195" y="77367"/>
                </a:lnTo>
                <a:lnTo>
                  <a:pt x="585317" y="157835"/>
                </a:lnTo>
                <a:lnTo>
                  <a:pt x="595766" y="157835"/>
                </a:lnTo>
                <a:lnTo>
                  <a:pt x="595868" y="87284"/>
                </a:lnTo>
                <a:lnTo>
                  <a:pt x="596074" y="4072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493437" y="7325673"/>
            <a:ext cx="501931" cy="1578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441902" y="7287080"/>
            <a:ext cx="19685" cy="65405"/>
          </a:xfrm>
          <a:custGeom>
            <a:avLst/>
            <a:gdLst/>
            <a:ahLst/>
            <a:cxnLst/>
            <a:rect l="l" t="t" r="r" b="b"/>
            <a:pathLst>
              <a:path w="19684" h="65404">
                <a:moveTo>
                  <a:pt x="19240" y="0"/>
                </a:moveTo>
                <a:lnTo>
                  <a:pt x="0" y="0"/>
                </a:lnTo>
                <a:lnTo>
                  <a:pt x="393" y="65112"/>
                </a:lnTo>
                <a:lnTo>
                  <a:pt x="18897" y="65112"/>
                </a:lnTo>
                <a:lnTo>
                  <a:pt x="19240" y="0"/>
                </a:lnTo>
                <a:close/>
              </a:path>
            </a:pathLst>
          </a:custGeom>
          <a:solidFill>
            <a:srgbClr val="C8DAE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B1AE28-98F3-4F4F-8860-B469DD09BE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902" y="125051"/>
            <a:ext cx="1284604" cy="698049"/>
          </a:xfrm>
          <a:prstGeom prst="rect">
            <a:avLst/>
          </a:prstGeom>
        </p:spPr>
      </p:pic>
      <p:sp>
        <p:nvSpPr>
          <p:cNvPr id="13" name="Прямоугольник 6">
            <a:extLst>
              <a:ext uri="{FF2B5EF4-FFF2-40B4-BE49-F238E27FC236}">
                <a16:creationId xmlns:a16="http://schemas.microsoft.com/office/drawing/2014/main" id="{14B287B2-C865-45A5-835F-089A338D1DE0}"/>
              </a:ext>
            </a:extLst>
          </p:cNvPr>
          <p:cNvSpPr/>
          <p:nvPr/>
        </p:nvSpPr>
        <p:spPr>
          <a:xfrm>
            <a:off x="1079500" y="280719"/>
            <a:ext cx="96125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2000" b="1" kern="0" dirty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</a:rPr>
              <a:t>Clicks</a:t>
            </a:r>
          </a:p>
        </p:txBody>
      </p:sp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CD7F98C0-D2D2-450A-9B2A-132529041E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7168462"/>
              </p:ext>
            </p:extLst>
          </p:nvPr>
        </p:nvGraphicFramePr>
        <p:xfrm>
          <a:off x="455293" y="938668"/>
          <a:ext cx="9996808" cy="59669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010162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21"/>
          <p:cNvSpPr txBox="1">
            <a:spLocks/>
          </p:cNvSpPr>
          <p:nvPr/>
        </p:nvSpPr>
        <p:spPr>
          <a:xfrm>
            <a:off x="3289300" y="2105025"/>
            <a:ext cx="4267200" cy="1905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T</a:t>
            </a:r>
            <a:r>
              <a:rPr lang="az-Latn-AZ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ƏŞƏKKÜR EDİRİK</a:t>
            </a:r>
            <a:r>
              <a:rPr lang="az-Latn-AZ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  <a:ea typeface="Tahoma" pitchFamily="34" charset="0"/>
                <a:cs typeface="Tahoma" pitchFamily="34" charset="0"/>
              </a:rPr>
              <a:t>!</a:t>
            </a:r>
            <a:endParaRPr 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3188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1235</TotalTime>
  <Words>152</Words>
  <Application>Microsoft Office PowerPoint</Application>
  <PresentationFormat>Custom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STP komikasiya_sunum</dc:title>
  <dc:creator>Jamil Mirgavvam</dc:creator>
  <cp:lastModifiedBy>Mirgavvam Jamil</cp:lastModifiedBy>
  <cp:revision>55</cp:revision>
  <dcterms:created xsi:type="dcterms:W3CDTF">2019-08-02T05:47:41Z</dcterms:created>
  <dcterms:modified xsi:type="dcterms:W3CDTF">2021-04-02T03:23:53Z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2019-02-21T00:00:00Z</vt:filetime>
  </property>
  <property fmtid="{D5CDD505-2E9C-101B-9397-08002B2CF9AE}" pid="3" name="Creator">
    <vt:lpwstr>Adobe Illustrator CC 22.1 (Macintosh)</vt:lpwstr>
  </property>
  <property fmtid="{D5CDD505-2E9C-101B-9397-08002B2CF9AE}" pid="4" name="LastSaved">
    <vt:filetime>2019-08-02T00:00:00Z</vt:filetime>
  </property>
</Properties>
</file>