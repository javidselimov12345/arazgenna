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6718-1AE6-44C7-B126-9BCCE1C3C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C4B98-34E3-4E4E-B7C8-2B9DFD268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3C378-8627-4B2D-A0A4-393A8408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568BA-5A1F-4E4C-A28D-230DCECA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DE6A6-0DB6-42DA-AC93-1A9A0266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7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0E12-43BF-4030-8A52-A227D9706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1784-A9EE-4F39-B013-48F5D659D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E77D4-180A-415C-AE90-EB90CDAA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7ACC9-7CBE-44D4-9302-587BE13D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426D2-AE27-45B5-B29F-09FA1FAD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6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9E5F-CD41-4A38-9B12-DBEB3232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1C557-CD11-452C-85B4-255CE322D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7C94-A480-470C-A7D5-16CEC1B0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86F54-6626-4479-9455-C4811196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AB1D2-25BF-4321-8518-342E83D4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4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7A28-964C-4D76-B9A3-C0CA1CD3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65C8B-B1C0-482C-AD3C-BB5F23471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D3857-4E9A-496F-B831-16F7E96C6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C9E79-9B1C-40C1-B243-9D57BA2C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29F7B-F1AF-45D4-B0F9-FE250F99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9124B-4E2A-4AA8-B7A6-75078D72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5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6C8C-B9A8-4632-88A8-26101582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1C03C-C840-4BC8-9292-F9641D6C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FAFCC-8166-4D3C-A8B2-29B9CF860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7AB90-C0D1-4AB8-A9E2-6026D971D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607CE-EEF4-44B3-9DAE-D23154875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0D21A-578B-4AA4-84CF-59D4DB44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7B400-CAD0-4717-A84A-8AAD5ADF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7C71B-2EB7-4929-813A-4955ADE8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0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DA84-901A-47CD-9C4B-0A8859B2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28627-0665-4977-B363-FD275E15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1BBA6-4C32-4818-9E8A-E0C85822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D1829-6EEC-401F-AE42-C523D4F9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6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F3294-CD62-4C96-AD3D-221E1741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50ADBD-9571-45A2-A0F6-42F42B7E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82D9C-3CBE-486E-9107-0C42FA02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8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F42C-FE5F-4E1B-9532-25235D30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2CB58-4FAC-4BD5-964F-8B0D0F3F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B6ECA-AE31-4E1D-975C-ADDCBBA38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48EA0-28AF-48ED-B063-625E8D12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223C8-BF09-494E-A725-F1D06420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ACF5B-22F1-4A61-A125-DD2C901F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3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6D16-E64B-4826-86AF-2156C516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3DB04-F2DD-4AD8-BF3E-F976E4111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F9E2-9A2C-4FAC-81DC-D838A28AF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740B2-886A-4BDC-B0B3-6AB3557A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A0964-2361-4829-8715-C91A5370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F0760-ADE3-40A1-9391-4E092EA2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5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82EE-683E-4793-A146-1822F9AD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D16D4-D525-46A3-BE01-7F65FC4FD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1E3C1-73DA-408D-9593-20F1514C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352BF-2EA7-4E9E-81BF-0B81725A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C0500-7658-49BF-8204-5BBEA6E9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7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FCE8A2-B4EF-4777-AE3E-0767F8BA0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5E836-1561-481B-9859-2A3F43D3B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A81D-1DB6-4635-9F35-917C0A6E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037C-292A-4B2F-B7A3-CC956620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57C28-130B-42C7-A2F8-5F747DB1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1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2A5B9A-F4B9-4C38-A947-6EDD6289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0F9D3-5278-4F9A-B27C-345B3760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8CAFF-31E1-4B1B-9D3D-439BC34D2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5A8F1-009D-45D0-A22E-24AD282C343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2A4B4-7F1F-4000-802A-54954285B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1E23F-02C1-4C6F-942C-51F9BE41B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97C3-A5C8-4788-9A31-3D19A6DC9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z-Latn-AZ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0C96F-F226-4ED0-B0BD-3C386CE95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z-Latn-AZ" dirty="0">
                <a:solidFill>
                  <a:schemeClr val="accent1">
                    <a:lumMod val="75000"/>
                  </a:schemeClr>
                </a:solidFill>
              </a:rPr>
              <a:t>2020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2DF7DB-C810-45C3-B50C-ABE9AC9F3D0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1815" y="456581"/>
            <a:ext cx="1212850" cy="558800"/>
            <a:chOff x="0" y="0"/>
            <a:chExt cx="126" cy="60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9218A67C-BABC-43D0-8DD0-FB89296353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F2B78AF-0C46-49CE-8AD9-E434E5658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414B58E-0D42-45E7-BB51-3492D32E3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6331CE4-2ABD-48E0-9C62-C6DA329D44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27B5E4B-0352-4703-899A-0DDB4EA17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6099D86-1FD3-44B6-B43D-052F36AA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A56D5FF-780D-4A1A-9C26-81CE2BA1F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270A9F2-0DAE-4C6D-9C68-42B2881EB8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A459F6E-B506-4E5A-9100-370158375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484C530-D754-4ABB-ACDB-58684DDF9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B911554-210E-4BE8-8B6A-A9F639E90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9B9AD55-F35D-4AB0-81E0-F59946755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14F94BD-C5E1-4505-89EE-C57960AB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881D7AE-9156-4070-BCB0-C38C3A95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118D7D5-4B37-4EB9-9D48-F02AF9279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3864F20-13C3-4B3F-8003-4032AABC4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B04461-46C7-4B39-A098-9A5D891F0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EB59969-FC4F-46B1-8962-7D5C10FC21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3D19EBB-69D6-4F49-A662-25A165824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A784B8F-A5C5-48F1-B68D-16CD6D3B4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4940D31-3C71-4728-B39A-0D8D4A935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0B554A7-DBBB-49AE-8EE1-164230146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A6B2020-0C2B-4180-B80D-FAAE40D31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942ABFD-1DE4-4FE8-988B-EBBA9C705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0AD1488-EEF7-4E80-BDC4-CB18692DE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311B39-986A-4967-AC0A-06579719B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B209473-8047-4401-BC76-BF127434E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E761F0B-237E-4CD6-92A4-43F5EE4D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3B61458-8A16-45DB-B640-A626359C9C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397A87B-938D-42BA-A314-A345D6609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035" y="-318053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9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BD15-C0A0-48D4-94CE-B3FB6FC3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574" y="134480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Modelin 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ə</a:t>
            </a:r>
            <a:r>
              <a:rPr lang="en-US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qdimat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kampaniyası</a:t>
            </a:r>
            <a:b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</a:rPr>
              <a:t>A progressive and exciting car that the next-generation wants to drive</a:t>
            </a:r>
            <a:r>
              <a:rPr lang="az-Latn-AZ" sz="21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br>
              <a:rPr lang="en-US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EA0AD-4944-44EE-8D72-B91A949DD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574" y="2378193"/>
            <a:ext cx="10515600" cy="25210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“This Is How You Dare” </a:t>
            </a: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(Cəsarətli seçim, Sizin cəsarətli seçiminiz, Seçim üçün nə qədər cəsarətlisinz )</a:t>
            </a:r>
            <a:r>
              <a:rPr lang="en-US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m</a:t>
            </a: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esajı </a:t>
            </a:r>
            <a:r>
              <a:rPr lang="en-US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il</a:t>
            </a: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ə global Hyundai ofisi tərəfindən launch edilən model hədəf olunan müştəri kütləsinə modelin yeni nəslin tələbi olan progressif və sinifində müasir texnoloji funksionallığa malik yeganə avtomobil olma üstünlüyünü vurğulayır.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7AC119-A226-4B7C-AE9E-F36A72809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52" y="4827532"/>
            <a:ext cx="8957096" cy="15550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23A5F98-09E9-44A7-BDD6-42C4076353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FE0508BD-094F-4FE4-8890-1AA2AF8F48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4756A0E-0F92-4C84-A1E5-DC2C67D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4C81306-FE1A-4377-8DCD-E90AA4DC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C6F70C46-6A82-4BFA-9B7D-94017D418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73A0AE12-E933-4C7D-98CB-1606C993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FC38249-8304-4149-AA35-750498369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D75FE2D4-3673-4EB1-A627-BD4DCF4CC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9CAFC3F0-CD7E-41E2-A5DF-DC1AF9148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397CE4-282A-41B6-91C2-16070A35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74D38D1-B9BF-4950-B095-EEB7D1A2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CAD6725-5AE7-4713-AC55-29D89235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9B77351-D37E-41CB-B93D-5BA533ED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964A034-A5C1-42D3-8713-542990EA1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769D0F9A-2988-4E3A-8A44-2D82E37D0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E5BB62E-69DB-43A6-A506-4F63F6240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08588729-0B90-4FDA-8870-0409C267F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A500D51-A6DF-4BAF-B3F0-84568FE9C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0A112AF-DAE7-4151-A830-D0D95C516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2C3D0BA5-648D-464E-A765-599FEBC7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147D2712-C76A-4E40-AF61-D24E8ADA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BF84C6C7-E285-4E2F-8315-2407D2164B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999FBF31-3948-4475-8E91-F95EE6EF7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4B2F7EF7-9BED-46C5-8243-B5755E628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480B92FF-9184-4C30-9068-57FC1FCBC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B889A434-DC5A-4C45-8020-3FB596F6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8DEA10A-3311-4C28-9F28-E73D9809B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C34997B6-9DE7-421A-BADD-4B13676CA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10F47CB6-2A0B-4639-8B98-767A84D5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6C4C5E8-E980-4904-BD6D-16BF891DE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BAB065EC-9F5A-4D10-BFE3-381F25378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4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637E-4752-4415-ABFF-5D6EAE82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84" y="948216"/>
            <a:ext cx="10515600" cy="1325563"/>
          </a:xfrm>
        </p:spPr>
        <p:txBody>
          <a:bodyPr>
            <a:normAutofit/>
          </a:bodyPr>
          <a:lstStyle/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Lokal bazar üçün təklifimiz</a:t>
            </a:r>
            <a:b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</a:rPr>
              <a:t>A progressive and exciting car that the next-generation wants to drive</a:t>
            </a:r>
            <a:r>
              <a:rPr lang="az-Latn-AZ" sz="21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br>
              <a:rPr lang="en-US" sz="2100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endParaRPr lang="en-US" sz="2100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6CE5B-2BF7-4CB8-A446-C6DFFB024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983"/>
            <a:ext cx="10515600" cy="4680520"/>
          </a:xfrm>
        </p:spPr>
        <p:txBody>
          <a:bodyPr>
            <a:normAutofit lnSpcReduction="10000"/>
          </a:bodyPr>
          <a:lstStyle/>
          <a:p>
            <a:r>
              <a:rPr lang="az-Latn-AZ" sz="2300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Launch olduğu ilkin period üzrə modelin sadə komplektasiya üzərindən gediləcəyini nəzərə alıb və yaxın gələcək zamanda komplektasiyanın daha geniş versiyalarının olma ehtimalını unutmamaq şərti ilə verəcəyimiz ana mesaj və </a:t>
            </a:r>
            <a:r>
              <a:rPr lang="en-US" sz="2300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“</a:t>
            </a:r>
            <a:r>
              <a:rPr lang="en-US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Key Buying Factor</a:t>
            </a:r>
            <a:r>
              <a:rPr lang="az-Latn-AZ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lar</a:t>
            </a:r>
            <a:r>
              <a:rPr lang="en-US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”</a:t>
            </a:r>
            <a:r>
              <a:rPr lang="az-Latn-AZ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 </a:t>
            </a:r>
            <a:r>
              <a:rPr lang="az-Latn-AZ" sz="2300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üzərindən verəcəyimiz dəstək mesajlar. Birinci etapda </a:t>
            </a:r>
            <a:r>
              <a:rPr lang="az-Latn-AZ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məqsəd müştərini salona cəlb etməkdir və ən böyük yük sloqan üzərinə düşür.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   </a:t>
            </a:r>
            <a:r>
              <a:rPr lang="az-Latn-AZ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Dəstək mesajları</a:t>
            </a:r>
            <a:r>
              <a:rPr lang="en-US" sz="2300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:</a:t>
            </a:r>
            <a:endParaRPr lang="az-Latn-AZ" sz="2300" b="1" dirty="0">
              <a:latin typeface="Hyundai Sans Text" panose="020B0504040000000000" pitchFamily="34" charset="0"/>
              <a:ea typeface="Hyundai Sans Text" panose="020B0504040000000000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300" dirty="0" err="1"/>
              <a:t>Segmentin</a:t>
            </a:r>
            <a:r>
              <a:rPr lang="az-Latn-AZ" sz="2300" dirty="0"/>
              <a:t>də</a:t>
            </a:r>
            <a:r>
              <a:rPr lang="en-US" sz="2300" dirty="0"/>
              <a:t> ilk </a:t>
            </a:r>
            <a:r>
              <a:rPr lang="en-US" sz="2300" dirty="0" err="1"/>
              <a:t>rahat</a:t>
            </a:r>
            <a:r>
              <a:rPr lang="en-US" sz="2300" dirty="0"/>
              <a:t> </a:t>
            </a:r>
            <a:r>
              <a:rPr lang="az-Latn-AZ" sz="2300" dirty="0"/>
              <a:t>avtomobili</a:t>
            </a:r>
          </a:p>
          <a:p>
            <a:pPr>
              <a:lnSpc>
                <a:spcPct val="100000"/>
              </a:lnSpc>
            </a:pPr>
            <a:r>
              <a:rPr lang="az-Latn-AZ" sz="2300" dirty="0"/>
              <a:t>S</a:t>
            </a:r>
            <a:r>
              <a:rPr lang="en-US" sz="2300" dirty="0" err="1"/>
              <a:t>inifinin</a:t>
            </a:r>
            <a:r>
              <a:rPr lang="en-US" sz="2300" dirty="0"/>
              <a:t> </a:t>
            </a:r>
            <a:r>
              <a:rPr lang="az-Latn-AZ" sz="2300" dirty="0"/>
              <a:t>təhlükəsizlik üzrə </a:t>
            </a:r>
            <a:r>
              <a:rPr lang="en-US" sz="2300" dirty="0" err="1"/>
              <a:t>ən</a:t>
            </a:r>
            <a:r>
              <a:rPr lang="en-US" sz="2300" dirty="0"/>
              <a:t> </a:t>
            </a:r>
            <a:r>
              <a:rPr lang="en-US" sz="2300" dirty="0" err="1"/>
              <a:t>yaxşısı</a:t>
            </a:r>
            <a:r>
              <a:rPr lang="en-US" sz="2300" dirty="0"/>
              <a:t>	</a:t>
            </a:r>
          </a:p>
          <a:p>
            <a:pPr>
              <a:lnSpc>
                <a:spcPct val="100000"/>
              </a:lnSpc>
            </a:pPr>
            <a:r>
              <a:rPr lang="az-Latn-AZ" sz="2300" dirty="0"/>
              <a:t>S</a:t>
            </a:r>
            <a:r>
              <a:rPr lang="en-US" sz="2300" dirty="0" err="1"/>
              <a:t>inifinin</a:t>
            </a:r>
            <a:r>
              <a:rPr lang="en-US" sz="2300" dirty="0"/>
              <a:t> </a:t>
            </a:r>
            <a:r>
              <a:rPr lang="az-Latn-AZ" sz="2300" dirty="0"/>
              <a:t>genişliyi üzrə </a:t>
            </a:r>
            <a:r>
              <a:rPr lang="en-US" sz="2300" dirty="0" err="1"/>
              <a:t>ən</a:t>
            </a:r>
            <a:r>
              <a:rPr lang="en-US" sz="2300" dirty="0"/>
              <a:t> </a:t>
            </a:r>
            <a:r>
              <a:rPr lang="en-US" sz="2300" dirty="0" err="1"/>
              <a:t>yaxşısı</a:t>
            </a:r>
            <a:r>
              <a:rPr lang="en-US" sz="2300" dirty="0"/>
              <a:t> </a:t>
            </a:r>
            <a:endParaRPr lang="az-Latn-AZ" sz="2300" dirty="0"/>
          </a:p>
          <a:p>
            <a:pPr>
              <a:lnSpc>
                <a:spcPct val="100000"/>
              </a:lnSpc>
            </a:pPr>
            <a:r>
              <a:rPr lang="az-Latn-AZ" sz="2300" dirty="0"/>
              <a:t>Yüksək sürət və maximum ekonomik</a:t>
            </a:r>
            <a:r>
              <a:rPr lang="en-US" sz="2300" dirty="0"/>
              <a:t>	</a:t>
            </a:r>
          </a:p>
          <a:p>
            <a:pPr>
              <a:lnSpc>
                <a:spcPct val="100000"/>
              </a:lnSpc>
            </a:pPr>
            <a:r>
              <a:rPr lang="en-US" sz="2300" dirty="0" err="1"/>
              <a:t>Aerodinamik</a:t>
            </a:r>
            <a:r>
              <a:rPr lang="az-Latn-AZ" sz="2300" dirty="0"/>
              <a:t> </a:t>
            </a:r>
            <a:r>
              <a:rPr lang="en-US" sz="2300" dirty="0" err="1"/>
              <a:t>eksteryer</a:t>
            </a:r>
            <a:r>
              <a:rPr lang="az-Latn-AZ" sz="2300" dirty="0"/>
              <a:t> </a:t>
            </a:r>
            <a:r>
              <a:rPr lang="en-US" sz="2300" dirty="0" err="1"/>
              <a:t>dizaynı</a:t>
            </a:r>
            <a:r>
              <a:rPr lang="az-Latn-AZ" sz="2300" dirty="0"/>
              <a:t> və komfortlu interyer</a:t>
            </a:r>
            <a:r>
              <a:rPr lang="en-US" sz="2300" dirty="0"/>
              <a:t>.	</a:t>
            </a:r>
          </a:p>
          <a:p>
            <a:endParaRPr lang="en-US" dirty="0">
              <a:latin typeface="Hyundai Sans Text" panose="020B0504040000000000" pitchFamily="34" charset="0"/>
              <a:ea typeface="Hyundai Sans Text" panose="020B0504040000000000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2B9A55-C672-4C0A-8528-3C43B4C8F4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9474DB27-BB7E-4931-839D-70FC691F953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0A7AA78-0E02-4C15-B1CC-CD9C66316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7564242-296A-414F-9C88-A8205D2B1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BA0350-AC9E-4AA1-A6D8-151820904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4DBE505-CA55-463F-BBA9-789C82CED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BA80698-DF9A-408D-B297-3F90E70A9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8580804-3A6C-4B9C-B738-C76C40CDB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5125086-6164-4E8D-B96B-02D49B85F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8B17FBB-8FD0-4267-80EF-86D6E16C6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E074B64-C95C-4F90-A4E5-A75C96B4A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69BE220-E403-402A-B2E5-B7BA92CB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9DFFC4A-A8BE-4D7E-9282-FCD8F3DEF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DF9FD5-C4AE-43F9-A44C-274C01BA3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04AB963-0304-4DEC-8A61-AE308BB3A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A1E85E1-CB54-4A00-B26C-1A5D59E67D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96E913-A168-463D-A932-EB6E249F8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D83F69-DCEE-45C2-882D-E18BFD90D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70CB243-065F-44AC-BBE6-5417762824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087BD6E-CE3B-49F0-8BFF-C2F17DBBE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9C1C7E6-6E73-4106-B17C-F11906266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0506C71-79D4-40EB-975E-5970AD579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8E251AB-C15C-481D-A428-BEB1016FA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5135F57-4EDE-42A0-BB60-80598AF978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660C8A5-F76E-4E01-8778-CF2CD99CD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67EA941-7F5C-4385-A31E-91BF42D1D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FC6CA8-6050-468E-B2BD-EAA931EB8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B49FCD-5AC2-4E7D-BD76-83E21946A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C05DCA5-90AF-4EAD-99CC-9E71566E7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0FD0CAC-B1B4-4A18-8028-616631256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D8B8FF38-481D-404F-A5EC-D62098E90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40A1685-D484-4521-87B0-CFE63361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46" y="3708548"/>
            <a:ext cx="4270514" cy="30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2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8578-C40F-4965-9D22-D495D0C0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5030"/>
            <a:ext cx="10515600" cy="1325563"/>
          </a:xfrm>
        </p:spPr>
        <p:txBody>
          <a:bodyPr/>
          <a:lstStyle/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 </a:t>
            </a:r>
            <a:b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Sinifinin Mükəmməli!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DAE995-97B6-4DB7-BB2C-5E46258773DB}"/>
              </a:ext>
            </a:extLst>
          </p:cNvPr>
          <p:cNvSpPr txBox="1">
            <a:spLocks/>
          </p:cNvSpPr>
          <p:nvPr/>
        </p:nvSpPr>
        <p:spPr>
          <a:xfrm>
            <a:off x="838200" y="2031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 </a:t>
            </a:r>
            <a:b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Yeni Nəslin Avtomobili!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4A316FD-3D1A-457F-BBEA-85514BB45296}"/>
              </a:ext>
            </a:extLst>
          </p:cNvPr>
          <p:cNvSpPr txBox="1">
            <a:spLocks/>
          </p:cNvSpPr>
          <p:nvPr/>
        </p:nvSpPr>
        <p:spPr>
          <a:xfrm>
            <a:off x="838200" y="3643312"/>
            <a:ext cx="10515600" cy="3472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z-Latn-AZ" sz="42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Yeni modelin sinifində mükəmməl və çox funksiyalı olduğunu vurğulamaqla yeni nəslin istəyinə cavab verən bir model mesajını vermiş oluruq.</a:t>
            </a:r>
          </a:p>
          <a:p>
            <a:r>
              <a:rPr lang="az-Latn-AZ" sz="42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Funksionallığını qeyd etmə nümunələri </a:t>
            </a:r>
            <a:r>
              <a:rPr lang="en-US" sz="42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: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Sinifinin Mükəmməli!                         Yeni Nəslin Avtomobili!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Boss Audio </a:t>
            </a:r>
            <a:r>
              <a:rPr lang="en-US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sistemli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Boss Audio </a:t>
            </a:r>
            <a:r>
              <a:rPr lang="en-US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sistemli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</a:t>
            </a:r>
          </a:p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 Tam Yeni Elantra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</a:p>
          <a:p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Sinifinin Mükəmməli!                         Yeni Nəslin Avtomobili!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Sport </a:t>
            </a:r>
            <a:r>
              <a:rPr lang="en-US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Eksteryerli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    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Sport </a:t>
            </a:r>
            <a:r>
              <a:rPr lang="en-US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Eksteryerli</a:t>
            </a:r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 Tam Yeni Elantra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</a:p>
          <a:p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Sinifinin Mükəmməli!                         Yeni Nəslin Avtomobili!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Çox Rahat İnteryerli                               Çox Rahat İnteryerli</a:t>
            </a:r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Tam Yeni Elantra</a:t>
            </a:r>
            <a:r>
              <a:rPr lang="en-US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</a:p>
          <a:p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endParaRPr lang="en-US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E8CD8-56CE-494E-A0DE-7879C1365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938" y="4226918"/>
            <a:ext cx="3779062" cy="266228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3F0ABA6-6465-4D7D-93E5-1C2518EF793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7C08FE13-56C9-4FC2-A1D8-9D4E861DFF3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4C84393-48A5-4A89-B129-E0B8CF65D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5F6ABDA-977A-49D5-A1BF-89732D1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40F6BC5-7E3F-4FD7-9B91-F989215CF4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C942E71-D1D8-4A6B-AB8C-E231A1DFD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DB412F2-DC8B-4A00-BAF3-76CABDDBE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4DDDD6DE-6287-4D1C-B1F8-2BC533236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5FBA7EC-31B9-4B68-B0B5-E2B7ED17B2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5ABC887D-B692-424E-AFC2-CBC6C7BED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9776C52-B19D-42E9-B92D-0742CE34B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D1664DDB-DFD5-4016-91F0-15B0E418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A4474C62-4912-4E89-9F13-FB664BE13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84ECE4-C95C-4C73-B14E-63FD0A8BE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CF1BF708-232B-49E9-9AAA-7DA9E8716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EC45DC31-A9AD-4051-932F-BC0742A41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1F52E3C-D7D7-4BA4-B416-50728E7A4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C0CF6E0-387F-417A-945F-8502EA09A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455EBF99-72E3-4476-A077-0C60B5A0A8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E4349CA-41D3-44C5-A26E-B696E6740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6CCE5C29-0F91-402F-B73E-FB4557149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EFAB00E-A7A9-48BC-A429-A9C58B1985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11A4EDA6-4CF0-4C06-854D-68848E63C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B0DADE4B-0FB1-4B1E-8411-E6D6A56D29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B651221B-D2E0-4F79-BF13-1E01ECA40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897349BA-1EB9-4B3B-9AE9-97F8CB62D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B5B8FE-F267-4A50-82FF-EA4B9469B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9D0F419D-2F01-428A-A0BC-D71955AF1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67913D41-FB35-49E5-8F68-BBCA335A5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22A25A7E-4D5C-4E08-97EF-89CBF33BD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3EE8FBCC-37E3-420F-95CB-048CBD63D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5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1A97F3-696E-4FC7-A641-8AC939EC2552}"/>
              </a:ext>
            </a:extLst>
          </p:cNvPr>
          <p:cNvSpPr txBox="1">
            <a:spLocks/>
          </p:cNvSpPr>
          <p:nvPr/>
        </p:nvSpPr>
        <p:spPr>
          <a:xfrm>
            <a:off x="546652" y="8333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 </a:t>
            </a:r>
            <a:b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Cəsarətinizlə Seçilin!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58C35A-86C8-4CB4-975E-7E54E1C8356D}"/>
              </a:ext>
            </a:extLst>
          </p:cNvPr>
          <p:cNvSpPr txBox="1">
            <a:spLocks/>
          </p:cNvSpPr>
          <p:nvPr/>
        </p:nvSpPr>
        <p:spPr>
          <a:xfrm>
            <a:off x="546652" y="20492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 </a:t>
            </a:r>
            <a:br>
              <a:rPr lang="az-Latn-AZ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</a:br>
            <a:r>
              <a:rPr lang="az-Latn-AZ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Hər zaman İrəlidə!</a:t>
            </a:r>
            <a:endParaRPr lang="en-US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1D86D7-C75F-4C9A-A82A-95AFE8DF6515}"/>
              </a:ext>
            </a:extLst>
          </p:cNvPr>
          <p:cNvSpPr/>
          <p:nvPr/>
        </p:nvSpPr>
        <p:spPr>
          <a:xfrm>
            <a:off x="291548" y="3286777"/>
            <a:ext cx="1227151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15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Yeniliyi sevənlər üçün, hər zaman öndə olanlar üçün, seçimdə cəsarətli olanlar üçün </a:t>
            </a: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 </a:t>
            </a:r>
            <a:r>
              <a:rPr lang="en-US" sz="1500" b="1" dirty="0" err="1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sinifind</a:t>
            </a:r>
            <a:r>
              <a:rPr lang="az-Latn-AZ" sz="15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ə irəlidə olan bir avtomobil. </a:t>
            </a:r>
          </a:p>
          <a:p>
            <a:r>
              <a:rPr lang="az-Latn-AZ" sz="15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Sinifinin ən cəsarətli avtomobili</a:t>
            </a:r>
          </a:p>
          <a:p>
            <a:r>
              <a:rPr lang="az-Latn-AZ" sz="15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Funksionallığını qeyd etmə nümunələri </a:t>
            </a: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:</a:t>
            </a:r>
          </a:p>
          <a:p>
            <a:endParaRPr lang="en-US" sz="1500" dirty="0">
              <a:solidFill>
                <a:schemeClr val="accent1">
                  <a:lumMod val="75000"/>
                </a:schemeClr>
              </a:solidFill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sz="1600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Cəsarətinizlə Seçilin</a:t>
            </a:r>
            <a:r>
              <a:rPr lang="az-Latn-AZ" sz="1500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                       </a:t>
            </a:r>
            <a:r>
              <a:rPr lang="az-Latn-AZ" sz="1600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Hər zaman İrəlidə! </a:t>
            </a:r>
          </a:p>
          <a:p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Boss Audio </a:t>
            </a:r>
            <a:r>
              <a:rPr lang="en-US" sz="1500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sistemli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</a:t>
            </a:r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Boss Audio </a:t>
            </a:r>
            <a:r>
              <a:rPr lang="en-US" sz="1500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sistemli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</a:t>
            </a:r>
          </a:p>
          <a:p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 Tam Yeni Elantra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</a:p>
          <a:p>
            <a:endParaRPr lang="en-US" sz="1500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sz="1600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Cəsarətinizlə Seçilin!                      Hər zaman İrəlidə! </a:t>
            </a:r>
          </a:p>
          <a:p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Sport </a:t>
            </a:r>
            <a:r>
              <a:rPr lang="en-US" sz="1500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Eksteryerli</a:t>
            </a:r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    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Sport </a:t>
            </a:r>
            <a:r>
              <a:rPr lang="en-US" sz="1500" b="1" dirty="0" err="1">
                <a:latin typeface="Hyundai Sans Head" panose="020B0404040000000000" pitchFamily="34" charset="0"/>
                <a:ea typeface="Hyundai Sans Head" panose="020B0404040000000000" pitchFamily="34" charset="0"/>
              </a:rPr>
              <a:t>Eksteryerli</a:t>
            </a:r>
            <a:endParaRPr lang="en-US" sz="1500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 Tam Yeni Elantra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</a:p>
          <a:p>
            <a:endParaRPr lang="en-US" sz="1500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sz="1600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Cəsarətinizlə Seçilin!                      Hər zaman İrəlidə! </a:t>
            </a:r>
          </a:p>
          <a:p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Çox Rahat İnteryerli                               Çox Rahat İnteryerli</a:t>
            </a:r>
            <a:endParaRPr lang="en-US" sz="1500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  <a:p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Tam Yeni Elantra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  <a:r>
              <a:rPr lang="az-Latn-AZ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                                    Tam Yeni Elantra</a:t>
            </a:r>
            <a:r>
              <a:rPr lang="en-US" sz="1500" b="1" dirty="0">
                <a:latin typeface="Hyundai Sans Head" panose="020B0404040000000000" pitchFamily="34" charset="0"/>
                <a:ea typeface="Hyundai Sans Head" panose="020B0404040000000000" pitchFamily="34" charset="0"/>
              </a:rPr>
              <a:t>!</a:t>
            </a:r>
          </a:p>
          <a:p>
            <a:endParaRPr lang="en-US" sz="1500" b="1" dirty="0"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62F83D-8A84-4B60-8AAB-434DB77E2F0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3C6DB47F-1187-4317-BFBE-A9B5EBEE5E9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F6AFF85-70AE-443C-A0DB-D9C26EC2C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D36DFE3-DA3D-4BFE-B0C6-507AEB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4F8D023-F7E8-4875-A2B5-44F19DB88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D5EDB9D3-7522-4B30-ADB3-F2534EB0F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C2001D6-DE86-47F3-85B5-7708DEE9C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1743C3F-5810-4DB0-8B2B-F321F7945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2270EEBB-3815-426F-827A-11EB412F3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CB4D766E-A57F-416B-AD67-96D1957E5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E550B96C-E0BA-45BC-AD6B-BDA212636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22BD8873-7BAC-4363-9556-F0C8A5CE8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A2C4E2AF-FDD2-47C9-94BA-3C43A440F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A77FBBE-C5ED-469F-8551-6DC7C09D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E1C008DF-1964-439A-9292-F25DA5303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CBCD3AFA-E500-47AF-92EB-2AC345277B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3A8D7B7-D8FF-424B-B430-C278FC221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CFFB91-F12E-4E1B-B265-027B36808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2A463FCB-81B9-4F7F-9408-71EC75EE9E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9FBF6C2E-C840-438B-A8EC-AC1E60E30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4729BD5F-85EC-4822-9B6E-B733D50D6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DF945675-BB5E-409E-B9E5-C6A66B62A0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8B9CFAE-8FA1-4715-9F08-6E7409302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EAEDEB5A-098D-4F63-8BFE-2DD616D83F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BF6865F-F086-441E-BD8B-9D1A5F49F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72272381-1A76-4339-8D9D-408AC6862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3A304DC-DEA9-43FB-B561-3662A0A94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C4691CD0-178F-4767-95E6-8FEEF8DA8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5A2CDF18-1AF5-4F10-A5B3-1EAC4C60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E679CAD8-C393-4093-8253-DB40F5F323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300D37B4-23BA-45E9-8E23-2E4A956A5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9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945A-329C-4A79-A2AC-57E343D4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195"/>
            <a:ext cx="10515600" cy="1325563"/>
          </a:xfrm>
        </p:spPr>
        <p:txBody>
          <a:bodyPr/>
          <a:lstStyle/>
          <a:p>
            <a:r>
              <a:rPr lang="az-Latn-AZ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Büdcə və kom</a:t>
            </a:r>
            <a:r>
              <a:rPr lang="en-US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m</a:t>
            </a:r>
            <a:r>
              <a:rPr lang="az-Latn-AZ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unikasiya kanalları</a:t>
            </a:r>
            <a:endParaRPr lang="en-US" b="1" dirty="0">
              <a:latin typeface="Hyundai Sans Text" panose="020B0504040000000000" pitchFamily="34" charset="0"/>
              <a:ea typeface="Hyundai Sans Text" panose="020B050404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ED24-4A79-4324-A174-871DB0D2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Ana görsəl ideya və konsepsiya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Digital adaptasiyalar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Radio script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Radio chanel pr ssenari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Video adaptasiya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Video ssenariy 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Üstünlüklər üzrə sosial media və digital adaptasiyalar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Lokal sayt bannerləri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Press Reliz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Google adaptasiyalar</a:t>
            </a:r>
          </a:p>
          <a:p>
            <a:r>
              <a:rPr lang="az-Latn-AZ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OOH və print materialları</a:t>
            </a:r>
          </a:p>
          <a:p>
            <a:r>
              <a:rPr lang="az-Latn-AZ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Toplam Büdcə </a:t>
            </a:r>
            <a:r>
              <a:rPr lang="en-US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:2</a:t>
            </a:r>
            <a:r>
              <a:rPr lang="az-Latn-AZ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500</a:t>
            </a:r>
            <a:r>
              <a:rPr lang="en-US" b="1" dirty="0">
                <a:latin typeface="Hyundai Sans Text" panose="020B0504040000000000" pitchFamily="34" charset="0"/>
                <a:ea typeface="Hyundai Sans Text" panose="020B0504040000000000" pitchFamily="34" charset="0"/>
              </a:rPr>
              <a:t>AZN</a:t>
            </a:r>
            <a:endParaRPr lang="az-Latn-AZ" b="1" dirty="0">
              <a:latin typeface="Hyundai Sans Text" panose="020B0504040000000000" pitchFamily="34" charset="0"/>
              <a:ea typeface="Hyundai Sans Text" panose="020B0504040000000000" pitchFamily="34" charset="0"/>
            </a:endParaRPr>
          </a:p>
          <a:p>
            <a:endParaRPr lang="az-Latn-AZ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880337-3211-4072-AE62-0C94060A96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AB3E4E4D-E194-4A37-A214-CED29722E4A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767C3DA-2A59-443C-AFDE-0D91B08F8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977CE77-474A-4125-A392-B31C8C3C0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0F48410-2692-4E64-BA36-26C8A8D49D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8485BB-0672-4AA5-B251-1659F4119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D6395F7-C31F-4E46-8D76-CBD43B058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CBF3FF-F694-483D-B633-13A1D7F6D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58B9E2-EBD5-4917-9989-CB0D0C1AD2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11AEFFF-7C9F-42F6-9EC1-45D65300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1622F9-B12B-4898-A65E-4280F1A80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ACA4626-E09E-4BFB-9524-E0016EC33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D8E8BF2-9100-4C57-B694-DA2486162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6B4EEE-F90A-4318-A455-9C3100F6D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2D5C3B5-A397-417E-A7A9-32BB8D694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6968647-3ED0-4753-8FA4-E57EDD0472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3E13C23-F8A1-4472-AD9F-FF8176F8C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AED736-4149-4728-8CB8-666703731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3539C35-D33E-4FFF-9D83-1542CF1C72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FD370FE-F587-4F12-AC50-D3BB7C333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687FC3B-33F8-452E-8BAC-DB76F9A0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ECD102A-50A5-4AF7-9D6E-DF700D18E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3D02ED7-5565-47D5-B65D-04CA50E66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DC33609-F036-4950-94BF-814173289C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DEFD340-AC9E-4929-8D3A-DCDBC71FD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33AD9C0-358B-47EB-BE52-F6E19D58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3A851E-A3E7-4D36-92EE-E71F1ADC0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2D6071D-7230-41CA-BD5C-77A76DA0D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D8F28CC-4B0F-4FD9-BF99-F31843089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3847EB1-B81B-4100-B3F3-A2B6B4D8FF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4EDD8087-F1EF-4149-A449-FB50C53FA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A541-C1A3-4D8F-A73B-A97F1CD0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1226" y="2607504"/>
            <a:ext cx="6887817" cy="14476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az-Latn-AZ" sz="100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Təşəkkürlər</a:t>
            </a:r>
            <a:endParaRPr lang="en-US" sz="10000" b="1" dirty="0">
              <a:solidFill>
                <a:schemeClr val="accent1">
                  <a:lumMod val="75000"/>
                </a:schemeClr>
              </a:solidFill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2538F87-AA4D-47B9-8E35-16E5CCFCFC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01409" y="6063753"/>
            <a:ext cx="1212850" cy="558800"/>
            <a:chOff x="0" y="0"/>
            <a:chExt cx="126" cy="60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E23A8A41-9162-4A31-8C20-074AF17B351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BC4E85-16F5-4F09-932B-76B164AF3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6C88706-64FA-4195-9BAC-5F094C7E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076A948-4F5E-4335-A354-3D906323A9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1470DF-5D7C-4039-9585-F07C87393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8F6B703-DA54-49AC-A11D-0950AB981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CE1289-AE25-461D-998D-16A3C17D8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AFDED5-DAB6-4202-BEFB-583BE0F83C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21117A5-6730-4900-8AE8-AFF2E590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23ECEA1-AABB-4750-B02B-78D650C9E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A470C37-010C-40A4-9E87-E7D5E8C63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6162BAC-BAAE-4F4F-A7CE-B241A1453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9226DA-9D31-4AE2-AB74-5F6C3E0C4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6EE5138-09E6-4EE9-80AB-41FD0EE1D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D3EB952-C2DA-442B-AC3D-D57295DA5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A08D872-AB32-4FD0-A3CD-DBA5674C4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DC56A3-D1E6-44AF-849F-A0DECF43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174D5EA-A6A8-49E6-B5C7-C1DC5DF2BB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6FB706E-2920-499D-8147-03D7B5393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4E03EDA-DBAF-48F7-9C6B-A24BFE5E6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1A856A6-79F0-465B-8F92-D07A4D97CE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D6F9E18-6F37-4558-A60E-A875B0052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7D6D45B-1238-46B2-8E86-76FFB057E3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9905E48-4CD8-4B52-BEEC-9B60A3166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58AC963-CBB9-419C-A360-A07452EF3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6E3510C-CA7A-4A2D-99BD-2371051DC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98A6734-50BA-4795-8FE8-A2513F963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7A7F158-5234-4641-9BBB-B6CE51745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8A3825B-16FA-4E0B-AF92-81ECD25C90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FCB8D8D-1BC1-41EE-AA1C-B379B1614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406" y="5272266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0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374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Hyundai Sans Head</vt:lpstr>
      <vt:lpstr>Hyundai Sans Text</vt:lpstr>
      <vt:lpstr>Office Theme</vt:lpstr>
      <vt:lpstr>Tam Yeni Elantra </vt:lpstr>
      <vt:lpstr>Modelin təqdimat kampaniyası A progressive and exciting car that the next-generation wants to drive! </vt:lpstr>
      <vt:lpstr>Lokal bazar üçün təklifimiz A progressive and exciting car that the next-generation wants to drive! </vt:lpstr>
      <vt:lpstr>Tam Yeni Elantra  Sinifinin Mükəmməli!</vt:lpstr>
      <vt:lpstr>PowerPoint Presentation</vt:lpstr>
      <vt:lpstr>Büdcə və kommunikasiya kanalları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 Yeni Elantra</dc:title>
  <dc:creator>Selim</dc:creator>
  <cp:lastModifiedBy>Selim</cp:lastModifiedBy>
  <cp:revision>18</cp:revision>
  <dcterms:created xsi:type="dcterms:W3CDTF">2020-10-20T21:25:52Z</dcterms:created>
  <dcterms:modified xsi:type="dcterms:W3CDTF">2020-10-21T00:10:31Z</dcterms:modified>
</cp:coreProperties>
</file>