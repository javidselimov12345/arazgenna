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19" r:id="rId2"/>
    <p:sldId id="320" r:id="rId3"/>
    <p:sldId id="321" r:id="rId4"/>
    <p:sldId id="323" r:id="rId5"/>
    <p:sldId id="324" r:id="rId6"/>
    <p:sldId id="325" r:id="rId7"/>
    <p:sldId id="268" r:id="rId8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77" autoAdjust="0"/>
    <p:restoredTop sz="94660"/>
  </p:normalViewPr>
  <p:slideViewPr>
    <p:cSldViewPr>
      <p:cViewPr varScale="1">
        <p:scale>
          <a:sx n="67" d="100"/>
          <a:sy n="67" d="100"/>
        </p:scale>
        <p:origin x="88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EB4D8-3C03-4AB2-A240-B5900211631B}" type="datetimeFigureOut">
              <a:rPr lang="en-US" smtClean="0"/>
              <a:t>3/16/2021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0CB20-EE5B-4A3C-A510-386BDC2461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09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7224597"/>
            <a:ext cx="10692130" cy="335915"/>
          </a:xfrm>
          <a:custGeom>
            <a:avLst/>
            <a:gdLst/>
            <a:ahLst/>
            <a:cxnLst/>
            <a:rect l="l" t="t" r="r" b="b"/>
            <a:pathLst>
              <a:path w="10692130" h="335915">
                <a:moveTo>
                  <a:pt x="10608144" y="0"/>
                </a:moveTo>
                <a:lnTo>
                  <a:pt x="0" y="0"/>
                </a:lnTo>
                <a:lnTo>
                  <a:pt x="0" y="335457"/>
                </a:lnTo>
                <a:lnTo>
                  <a:pt x="10691990" y="335457"/>
                </a:lnTo>
                <a:lnTo>
                  <a:pt x="10691990" y="83832"/>
                </a:lnTo>
                <a:lnTo>
                  <a:pt x="10608144" y="0"/>
                </a:lnTo>
                <a:close/>
              </a:path>
            </a:pathLst>
          </a:custGeom>
          <a:solidFill>
            <a:srgbClr val="84A2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008521" y="7224597"/>
            <a:ext cx="2683510" cy="335915"/>
          </a:xfrm>
          <a:custGeom>
            <a:avLst/>
            <a:gdLst/>
            <a:ahLst/>
            <a:cxnLst/>
            <a:rect l="l" t="t" r="r" b="b"/>
            <a:pathLst>
              <a:path w="2683509" h="335915">
                <a:moveTo>
                  <a:pt x="2599626" y="0"/>
                </a:moveTo>
                <a:lnTo>
                  <a:pt x="0" y="0"/>
                </a:lnTo>
                <a:lnTo>
                  <a:pt x="0" y="335457"/>
                </a:lnTo>
                <a:lnTo>
                  <a:pt x="2683484" y="335457"/>
                </a:lnTo>
                <a:lnTo>
                  <a:pt x="2683484" y="83819"/>
                </a:lnTo>
                <a:lnTo>
                  <a:pt x="2599626" y="0"/>
                </a:lnTo>
                <a:close/>
              </a:path>
            </a:pathLst>
          </a:custGeom>
          <a:solidFill>
            <a:srgbClr val="3E70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705179" y="7287076"/>
            <a:ext cx="744855" cy="210820"/>
          </a:xfrm>
          <a:custGeom>
            <a:avLst/>
            <a:gdLst/>
            <a:ahLst/>
            <a:cxnLst/>
            <a:rect l="l" t="t" r="r" b="b"/>
            <a:pathLst>
              <a:path w="744854" h="210820">
                <a:moveTo>
                  <a:pt x="106108" y="0"/>
                </a:moveTo>
                <a:lnTo>
                  <a:pt x="61748" y="8743"/>
                </a:lnTo>
                <a:lnTo>
                  <a:pt x="28360" y="32313"/>
                </a:lnTo>
                <a:lnTo>
                  <a:pt x="7319" y="66720"/>
                </a:lnTo>
                <a:lnTo>
                  <a:pt x="0" y="107975"/>
                </a:lnTo>
                <a:lnTo>
                  <a:pt x="9465" y="152719"/>
                </a:lnTo>
                <a:lnTo>
                  <a:pt x="34297" y="184762"/>
                </a:lnTo>
                <a:lnTo>
                  <a:pt x="69153" y="204037"/>
                </a:lnTo>
                <a:lnTo>
                  <a:pt x="108686" y="210477"/>
                </a:lnTo>
                <a:lnTo>
                  <a:pt x="126632" y="209091"/>
                </a:lnTo>
                <a:lnTo>
                  <a:pt x="146919" y="205439"/>
                </a:lnTo>
                <a:lnTo>
                  <a:pt x="158668" y="202412"/>
                </a:lnTo>
                <a:lnTo>
                  <a:pt x="116014" y="202412"/>
                </a:lnTo>
                <a:lnTo>
                  <a:pt x="80021" y="195898"/>
                </a:lnTo>
                <a:lnTo>
                  <a:pt x="51504" y="177172"/>
                </a:lnTo>
                <a:lnTo>
                  <a:pt x="32732" y="147457"/>
                </a:lnTo>
                <a:lnTo>
                  <a:pt x="25971" y="107975"/>
                </a:lnTo>
                <a:lnTo>
                  <a:pt x="31158" y="72982"/>
                </a:lnTo>
                <a:lnTo>
                  <a:pt x="46877" y="41319"/>
                </a:lnTo>
                <a:lnTo>
                  <a:pt x="73361" y="18371"/>
                </a:lnTo>
                <a:lnTo>
                  <a:pt x="110845" y="9525"/>
                </a:lnTo>
                <a:lnTo>
                  <a:pt x="156021" y="9525"/>
                </a:lnTo>
                <a:lnTo>
                  <a:pt x="146746" y="5681"/>
                </a:lnTo>
                <a:lnTo>
                  <a:pt x="127281" y="1363"/>
                </a:lnTo>
                <a:lnTo>
                  <a:pt x="106108" y="0"/>
                </a:lnTo>
                <a:close/>
              </a:path>
              <a:path w="744854" h="210820">
                <a:moveTo>
                  <a:pt x="184086" y="118618"/>
                </a:moveTo>
                <a:lnTo>
                  <a:pt x="160655" y="118618"/>
                </a:lnTo>
                <a:lnTo>
                  <a:pt x="160655" y="189611"/>
                </a:lnTo>
                <a:lnTo>
                  <a:pt x="149470" y="194552"/>
                </a:lnTo>
                <a:lnTo>
                  <a:pt x="138063" y="198626"/>
                </a:lnTo>
                <a:lnTo>
                  <a:pt x="126791" y="201392"/>
                </a:lnTo>
                <a:lnTo>
                  <a:pt x="116014" y="202412"/>
                </a:lnTo>
                <a:lnTo>
                  <a:pt x="158668" y="202412"/>
                </a:lnTo>
                <a:lnTo>
                  <a:pt x="166940" y="200281"/>
                </a:lnTo>
                <a:lnTo>
                  <a:pt x="184086" y="194373"/>
                </a:lnTo>
                <a:lnTo>
                  <a:pt x="184086" y="118618"/>
                </a:lnTo>
                <a:close/>
              </a:path>
              <a:path w="744854" h="210820">
                <a:moveTo>
                  <a:pt x="156021" y="9525"/>
                </a:moveTo>
                <a:lnTo>
                  <a:pt x="110845" y="9525"/>
                </a:lnTo>
                <a:lnTo>
                  <a:pt x="128666" y="10785"/>
                </a:lnTo>
                <a:lnTo>
                  <a:pt x="145340" y="15754"/>
                </a:lnTo>
                <a:lnTo>
                  <a:pt x="160978" y="26209"/>
                </a:lnTo>
                <a:lnTo>
                  <a:pt x="175691" y="43929"/>
                </a:lnTo>
                <a:lnTo>
                  <a:pt x="182994" y="24536"/>
                </a:lnTo>
                <a:lnTo>
                  <a:pt x="165114" y="13292"/>
                </a:lnTo>
                <a:lnTo>
                  <a:pt x="156021" y="9525"/>
                </a:lnTo>
                <a:close/>
              </a:path>
              <a:path w="744854" h="210820">
                <a:moveTo>
                  <a:pt x="292176" y="40728"/>
                </a:moveTo>
                <a:lnTo>
                  <a:pt x="211264" y="40728"/>
                </a:lnTo>
                <a:lnTo>
                  <a:pt x="211264" y="192138"/>
                </a:lnTo>
                <a:lnTo>
                  <a:pt x="303364" y="192138"/>
                </a:lnTo>
                <a:lnTo>
                  <a:pt x="306890" y="182511"/>
                </a:lnTo>
                <a:lnTo>
                  <a:pt x="231686" y="182511"/>
                </a:lnTo>
                <a:lnTo>
                  <a:pt x="231686" y="120484"/>
                </a:lnTo>
                <a:lnTo>
                  <a:pt x="246992" y="120331"/>
                </a:lnTo>
                <a:lnTo>
                  <a:pt x="285650" y="120331"/>
                </a:lnTo>
                <a:lnTo>
                  <a:pt x="285884" y="112763"/>
                </a:lnTo>
                <a:lnTo>
                  <a:pt x="232041" y="112763"/>
                </a:lnTo>
                <a:lnTo>
                  <a:pt x="232041" y="50749"/>
                </a:lnTo>
                <a:lnTo>
                  <a:pt x="296184" y="50749"/>
                </a:lnTo>
                <a:lnTo>
                  <a:pt x="292176" y="40728"/>
                </a:lnTo>
                <a:close/>
              </a:path>
              <a:path w="744854" h="210820">
                <a:moveTo>
                  <a:pt x="307606" y="180555"/>
                </a:moveTo>
                <a:lnTo>
                  <a:pt x="291663" y="181686"/>
                </a:lnTo>
                <a:lnTo>
                  <a:pt x="268612" y="182267"/>
                </a:lnTo>
                <a:lnTo>
                  <a:pt x="231686" y="182511"/>
                </a:lnTo>
                <a:lnTo>
                  <a:pt x="306890" y="182511"/>
                </a:lnTo>
                <a:lnTo>
                  <a:pt x="307606" y="180555"/>
                </a:lnTo>
                <a:close/>
              </a:path>
              <a:path w="744854" h="210820">
                <a:moveTo>
                  <a:pt x="285650" y="120331"/>
                </a:moveTo>
                <a:lnTo>
                  <a:pt x="246992" y="120331"/>
                </a:lnTo>
                <a:lnTo>
                  <a:pt x="261110" y="120473"/>
                </a:lnTo>
                <a:lnTo>
                  <a:pt x="273996" y="120904"/>
                </a:lnTo>
                <a:lnTo>
                  <a:pt x="285610" y="121615"/>
                </a:lnTo>
                <a:lnTo>
                  <a:pt x="285650" y="120331"/>
                </a:lnTo>
                <a:close/>
              </a:path>
              <a:path w="744854" h="210820">
                <a:moveTo>
                  <a:pt x="285991" y="109321"/>
                </a:moveTo>
                <a:lnTo>
                  <a:pt x="272427" y="110391"/>
                </a:lnTo>
                <a:lnTo>
                  <a:pt x="242384" y="111679"/>
                </a:lnTo>
                <a:lnTo>
                  <a:pt x="232041" y="112763"/>
                </a:lnTo>
                <a:lnTo>
                  <a:pt x="285884" y="112763"/>
                </a:lnTo>
                <a:lnTo>
                  <a:pt x="285991" y="109321"/>
                </a:lnTo>
                <a:close/>
              </a:path>
              <a:path w="744854" h="210820">
                <a:moveTo>
                  <a:pt x="296184" y="50749"/>
                </a:moveTo>
                <a:lnTo>
                  <a:pt x="257898" y="50749"/>
                </a:lnTo>
                <a:lnTo>
                  <a:pt x="268747" y="50826"/>
                </a:lnTo>
                <a:lnTo>
                  <a:pt x="279373" y="51084"/>
                </a:lnTo>
                <a:lnTo>
                  <a:pt x="288986" y="51558"/>
                </a:lnTo>
                <a:lnTo>
                  <a:pt x="296799" y="52285"/>
                </a:lnTo>
                <a:lnTo>
                  <a:pt x="296184" y="50749"/>
                </a:lnTo>
                <a:close/>
              </a:path>
              <a:path w="744854" h="210820">
                <a:moveTo>
                  <a:pt x="355297" y="66903"/>
                </a:moveTo>
                <a:lnTo>
                  <a:pt x="332486" y="66903"/>
                </a:lnTo>
                <a:lnTo>
                  <a:pt x="418245" y="165892"/>
                </a:lnTo>
                <a:lnTo>
                  <a:pt x="434602" y="184012"/>
                </a:lnTo>
                <a:lnTo>
                  <a:pt x="447675" y="197548"/>
                </a:lnTo>
                <a:lnTo>
                  <a:pt x="447082" y="165892"/>
                </a:lnTo>
                <a:lnTo>
                  <a:pt x="446962" y="157835"/>
                </a:lnTo>
                <a:lnTo>
                  <a:pt x="436499" y="157835"/>
                </a:lnTo>
                <a:lnTo>
                  <a:pt x="355297" y="66903"/>
                </a:lnTo>
                <a:close/>
              </a:path>
              <a:path w="744854" h="210820">
                <a:moveTo>
                  <a:pt x="332486" y="40728"/>
                </a:moveTo>
                <a:lnTo>
                  <a:pt x="319760" y="40728"/>
                </a:lnTo>
                <a:lnTo>
                  <a:pt x="321297" y="54203"/>
                </a:lnTo>
                <a:lnTo>
                  <a:pt x="321419" y="135044"/>
                </a:lnTo>
                <a:lnTo>
                  <a:pt x="321297" y="192138"/>
                </a:lnTo>
                <a:lnTo>
                  <a:pt x="332486" y="192138"/>
                </a:lnTo>
                <a:lnTo>
                  <a:pt x="332486" y="66903"/>
                </a:lnTo>
                <a:lnTo>
                  <a:pt x="355297" y="66903"/>
                </a:lnTo>
                <a:lnTo>
                  <a:pt x="350943" y="62005"/>
                </a:lnTo>
                <a:lnTo>
                  <a:pt x="332486" y="40728"/>
                </a:lnTo>
                <a:close/>
              </a:path>
              <a:path w="744854" h="210820">
                <a:moveTo>
                  <a:pt x="447281" y="40728"/>
                </a:moveTo>
                <a:lnTo>
                  <a:pt x="436118" y="40728"/>
                </a:lnTo>
                <a:lnTo>
                  <a:pt x="436312" y="62005"/>
                </a:lnTo>
                <a:lnTo>
                  <a:pt x="436380" y="77367"/>
                </a:lnTo>
                <a:lnTo>
                  <a:pt x="436499" y="157835"/>
                </a:lnTo>
                <a:lnTo>
                  <a:pt x="446962" y="157835"/>
                </a:lnTo>
                <a:lnTo>
                  <a:pt x="447072" y="87284"/>
                </a:lnTo>
                <a:lnTo>
                  <a:pt x="447281" y="40728"/>
                </a:lnTo>
                <a:close/>
              </a:path>
              <a:path w="744854" h="210820">
                <a:moveTo>
                  <a:pt x="677062" y="38798"/>
                </a:moveTo>
                <a:lnTo>
                  <a:pt x="672795" y="38798"/>
                </a:lnTo>
                <a:lnTo>
                  <a:pt x="605409" y="192138"/>
                </a:lnTo>
                <a:lnTo>
                  <a:pt x="616165" y="192138"/>
                </a:lnTo>
                <a:lnTo>
                  <a:pt x="638911" y="140525"/>
                </a:lnTo>
                <a:lnTo>
                  <a:pt x="721167" y="140525"/>
                </a:lnTo>
                <a:lnTo>
                  <a:pt x="716675" y="130505"/>
                </a:lnTo>
                <a:lnTo>
                  <a:pt x="643153" y="130505"/>
                </a:lnTo>
                <a:lnTo>
                  <a:pt x="669010" y="69977"/>
                </a:lnTo>
                <a:lnTo>
                  <a:pt x="689977" y="69977"/>
                </a:lnTo>
                <a:lnTo>
                  <a:pt x="683602" y="55372"/>
                </a:lnTo>
                <a:lnTo>
                  <a:pt x="681278" y="49593"/>
                </a:lnTo>
                <a:lnTo>
                  <a:pt x="677062" y="38798"/>
                </a:lnTo>
                <a:close/>
              </a:path>
              <a:path w="744854" h="210820">
                <a:moveTo>
                  <a:pt x="721167" y="140525"/>
                </a:moveTo>
                <a:lnTo>
                  <a:pt x="699046" y="140525"/>
                </a:lnTo>
                <a:lnTo>
                  <a:pt x="704638" y="153779"/>
                </a:lnTo>
                <a:lnTo>
                  <a:pt x="710231" y="167189"/>
                </a:lnTo>
                <a:lnTo>
                  <a:pt x="715533" y="180169"/>
                </a:lnTo>
                <a:lnTo>
                  <a:pt x="720255" y="192138"/>
                </a:lnTo>
                <a:lnTo>
                  <a:pt x="744499" y="192138"/>
                </a:lnTo>
                <a:lnTo>
                  <a:pt x="733296" y="167516"/>
                </a:lnTo>
                <a:lnTo>
                  <a:pt x="721167" y="140525"/>
                </a:lnTo>
                <a:close/>
              </a:path>
              <a:path w="744854" h="210820">
                <a:moveTo>
                  <a:pt x="689977" y="69977"/>
                </a:moveTo>
                <a:lnTo>
                  <a:pt x="669010" y="69977"/>
                </a:lnTo>
                <a:lnTo>
                  <a:pt x="679569" y="94611"/>
                </a:lnTo>
                <a:lnTo>
                  <a:pt x="687078" y="112217"/>
                </a:lnTo>
                <a:lnTo>
                  <a:pt x="694804" y="130505"/>
                </a:lnTo>
                <a:lnTo>
                  <a:pt x="716675" y="130505"/>
                </a:lnTo>
                <a:lnTo>
                  <a:pt x="700213" y="93431"/>
                </a:lnTo>
                <a:lnTo>
                  <a:pt x="689977" y="69977"/>
                </a:lnTo>
                <a:close/>
              </a:path>
              <a:path w="744854" h="210820">
                <a:moveTo>
                  <a:pt x="504064" y="66903"/>
                </a:moveTo>
                <a:lnTo>
                  <a:pt x="481228" y="66903"/>
                </a:lnTo>
                <a:lnTo>
                  <a:pt x="567043" y="165892"/>
                </a:lnTo>
                <a:lnTo>
                  <a:pt x="583407" y="184012"/>
                </a:lnTo>
                <a:lnTo>
                  <a:pt x="596480" y="197548"/>
                </a:lnTo>
                <a:lnTo>
                  <a:pt x="595887" y="165892"/>
                </a:lnTo>
                <a:lnTo>
                  <a:pt x="595766" y="157835"/>
                </a:lnTo>
                <a:lnTo>
                  <a:pt x="585317" y="157835"/>
                </a:lnTo>
                <a:lnTo>
                  <a:pt x="504064" y="66903"/>
                </a:lnTo>
                <a:close/>
              </a:path>
              <a:path w="744854" h="210820">
                <a:moveTo>
                  <a:pt x="481228" y="40728"/>
                </a:moveTo>
                <a:lnTo>
                  <a:pt x="468528" y="40728"/>
                </a:lnTo>
                <a:lnTo>
                  <a:pt x="470103" y="54203"/>
                </a:lnTo>
                <a:lnTo>
                  <a:pt x="470229" y="135044"/>
                </a:lnTo>
                <a:lnTo>
                  <a:pt x="470103" y="192138"/>
                </a:lnTo>
                <a:lnTo>
                  <a:pt x="481228" y="192138"/>
                </a:lnTo>
                <a:lnTo>
                  <a:pt x="481228" y="66903"/>
                </a:lnTo>
                <a:lnTo>
                  <a:pt x="504064" y="66903"/>
                </a:lnTo>
                <a:lnTo>
                  <a:pt x="499708" y="62005"/>
                </a:lnTo>
                <a:lnTo>
                  <a:pt x="481228" y="40728"/>
                </a:lnTo>
                <a:close/>
              </a:path>
              <a:path w="744854" h="210820">
                <a:moveTo>
                  <a:pt x="596074" y="40728"/>
                </a:moveTo>
                <a:lnTo>
                  <a:pt x="584923" y="40728"/>
                </a:lnTo>
                <a:lnTo>
                  <a:pt x="585124" y="62005"/>
                </a:lnTo>
                <a:lnTo>
                  <a:pt x="585195" y="77367"/>
                </a:lnTo>
                <a:lnTo>
                  <a:pt x="585317" y="157835"/>
                </a:lnTo>
                <a:lnTo>
                  <a:pt x="595766" y="157835"/>
                </a:lnTo>
                <a:lnTo>
                  <a:pt x="595868" y="87284"/>
                </a:lnTo>
                <a:lnTo>
                  <a:pt x="596074" y="407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9493427" y="7325673"/>
            <a:ext cx="501944" cy="157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9441905" y="7287080"/>
            <a:ext cx="19685" cy="65405"/>
          </a:xfrm>
          <a:custGeom>
            <a:avLst/>
            <a:gdLst/>
            <a:ahLst/>
            <a:cxnLst/>
            <a:rect l="l" t="t" r="r" b="b"/>
            <a:pathLst>
              <a:path w="19684" h="65404">
                <a:moveTo>
                  <a:pt x="19240" y="0"/>
                </a:moveTo>
                <a:lnTo>
                  <a:pt x="0" y="0"/>
                </a:lnTo>
                <a:lnTo>
                  <a:pt x="380" y="65112"/>
                </a:lnTo>
                <a:lnTo>
                  <a:pt x="18884" y="65112"/>
                </a:lnTo>
                <a:lnTo>
                  <a:pt x="19240" y="0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5737139" y="4269035"/>
            <a:ext cx="278765" cy="182245"/>
          </a:xfrm>
          <a:custGeom>
            <a:avLst/>
            <a:gdLst/>
            <a:ahLst/>
            <a:cxnLst/>
            <a:rect l="l" t="t" r="r" b="b"/>
            <a:pathLst>
              <a:path w="278764" h="182245">
                <a:moveTo>
                  <a:pt x="170395" y="0"/>
                </a:moveTo>
                <a:lnTo>
                  <a:pt x="125448" y="5637"/>
                </a:lnTo>
                <a:lnTo>
                  <a:pt x="84957" y="22309"/>
                </a:lnTo>
                <a:lnTo>
                  <a:pt x="50547" y="48420"/>
                </a:lnTo>
                <a:lnTo>
                  <a:pt x="23843" y="82372"/>
                </a:lnTo>
                <a:lnTo>
                  <a:pt x="6469" y="122568"/>
                </a:lnTo>
                <a:lnTo>
                  <a:pt x="50" y="167411"/>
                </a:lnTo>
                <a:lnTo>
                  <a:pt x="0" y="172402"/>
                </a:lnTo>
                <a:lnTo>
                  <a:pt x="215" y="177330"/>
                </a:lnTo>
                <a:lnTo>
                  <a:pt x="596" y="182206"/>
                </a:lnTo>
                <a:lnTo>
                  <a:pt x="78765" y="143522"/>
                </a:lnTo>
                <a:lnTo>
                  <a:pt x="78714" y="140639"/>
                </a:lnTo>
                <a:lnTo>
                  <a:pt x="89007" y="91825"/>
                </a:lnTo>
                <a:lnTo>
                  <a:pt x="116274" y="52125"/>
                </a:lnTo>
                <a:lnTo>
                  <a:pt x="156438" y="25548"/>
                </a:lnTo>
                <a:lnTo>
                  <a:pt x="205422" y="16103"/>
                </a:lnTo>
                <a:lnTo>
                  <a:pt x="239575" y="16103"/>
                </a:lnTo>
                <a:lnTo>
                  <a:pt x="228979" y="10980"/>
                </a:lnTo>
                <a:lnTo>
                  <a:pt x="200596" y="2953"/>
                </a:lnTo>
                <a:lnTo>
                  <a:pt x="170395" y="0"/>
                </a:lnTo>
                <a:close/>
              </a:path>
              <a:path w="278764" h="182245">
                <a:moveTo>
                  <a:pt x="239575" y="16103"/>
                </a:moveTo>
                <a:lnTo>
                  <a:pt x="205422" y="16103"/>
                </a:lnTo>
                <a:lnTo>
                  <a:pt x="225480" y="17880"/>
                </a:lnTo>
                <a:lnTo>
                  <a:pt x="244497" y="22680"/>
                </a:lnTo>
                <a:lnTo>
                  <a:pt x="262233" y="30250"/>
                </a:lnTo>
                <a:lnTo>
                  <a:pt x="278447" y="40335"/>
                </a:lnTo>
                <a:lnTo>
                  <a:pt x="255083" y="23601"/>
                </a:lnTo>
                <a:lnTo>
                  <a:pt x="239575" y="16103"/>
                </a:lnTo>
                <a:close/>
              </a:path>
            </a:pathLst>
          </a:custGeom>
          <a:solidFill>
            <a:srgbClr val="FBC0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5698530" y="4350123"/>
            <a:ext cx="168275" cy="288925"/>
          </a:xfrm>
          <a:custGeom>
            <a:avLst/>
            <a:gdLst/>
            <a:ahLst/>
            <a:cxnLst/>
            <a:rect l="l" t="t" r="r" b="b"/>
            <a:pathLst>
              <a:path w="168275" h="288925">
                <a:moveTo>
                  <a:pt x="49009" y="0"/>
                </a:moveTo>
                <a:lnTo>
                  <a:pt x="30430" y="21920"/>
                </a:lnTo>
                <a:lnTo>
                  <a:pt x="15727" y="46904"/>
                </a:lnTo>
                <a:lnTo>
                  <a:pt x="5412" y="74530"/>
                </a:lnTo>
                <a:lnTo>
                  <a:pt x="0" y="104381"/>
                </a:lnTo>
                <a:lnTo>
                  <a:pt x="1955" y="149642"/>
                </a:lnTo>
                <a:lnTo>
                  <a:pt x="15269" y="191360"/>
                </a:lnTo>
                <a:lnTo>
                  <a:pt x="38485" y="227787"/>
                </a:lnTo>
                <a:lnTo>
                  <a:pt x="70146" y="257173"/>
                </a:lnTo>
                <a:lnTo>
                  <a:pt x="108794" y="277771"/>
                </a:lnTo>
                <a:lnTo>
                  <a:pt x="152971" y="287832"/>
                </a:lnTo>
                <a:lnTo>
                  <a:pt x="167766" y="288480"/>
                </a:lnTo>
                <a:lnTo>
                  <a:pt x="135572" y="207429"/>
                </a:lnTo>
                <a:lnTo>
                  <a:pt x="133654" y="207327"/>
                </a:lnTo>
                <a:lnTo>
                  <a:pt x="132689" y="207238"/>
                </a:lnTo>
                <a:lnTo>
                  <a:pt x="84886" y="192994"/>
                </a:lnTo>
                <a:lnTo>
                  <a:pt x="47548" y="162580"/>
                </a:lnTo>
                <a:lnTo>
                  <a:pt x="24336" y="120386"/>
                </a:lnTo>
                <a:lnTo>
                  <a:pt x="18910" y="70802"/>
                </a:lnTo>
                <a:lnTo>
                  <a:pt x="22314" y="50951"/>
                </a:lnTo>
                <a:lnTo>
                  <a:pt x="28649" y="32386"/>
                </a:lnTo>
                <a:lnTo>
                  <a:pt x="37639" y="15329"/>
                </a:lnTo>
                <a:lnTo>
                  <a:pt x="49009" y="0"/>
                </a:lnTo>
                <a:close/>
              </a:path>
            </a:pathLst>
          </a:custGeom>
          <a:solidFill>
            <a:srgbClr val="2C28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5785715" y="4483432"/>
            <a:ext cx="275590" cy="186055"/>
          </a:xfrm>
          <a:custGeom>
            <a:avLst/>
            <a:gdLst/>
            <a:ahLst/>
            <a:cxnLst/>
            <a:rect l="l" t="t" r="r" b="b"/>
            <a:pathLst>
              <a:path w="275589" h="186054">
                <a:moveTo>
                  <a:pt x="0" y="148132"/>
                </a:moveTo>
                <a:lnTo>
                  <a:pt x="23740" y="164328"/>
                </a:lnTo>
                <a:lnTo>
                  <a:pt x="50126" y="176352"/>
                </a:lnTo>
                <a:lnTo>
                  <a:pt x="78684" y="183737"/>
                </a:lnTo>
                <a:lnTo>
                  <a:pt x="108940" y="186016"/>
                </a:lnTo>
                <a:lnTo>
                  <a:pt x="153750" y="179360"/>
                </a:lnTo>
                <a:lnTo>
                  <a:pt x="173496" y="170700"/>
                </a:lnTo>
                <a:lnTo>
                  <a:pt x="73558" y="170700"/>
                </a:lnTo>
                <a:lnTo>
                  <a:pt x="53465" y="169380"/>
                </a:lnTo>
                <a:lnTo>
                  <a:pt x="34345" y="165012"/>
                </a:lnTo>
                <a:lnTo>
                  <a:pt x="16442" y="157847"/>
                </a:lnTo>
                <a:lnTo>
                  <a:pt x="0" y="148132"/>
                </a:lnTo>
                <a:close/>
              </a:path>
              <a:path w="275589" h="186054">
                <a:moveTo>
                  <a:pt x="274574" y="0"/>
                </a:moveTo>
                <a:lnTo>
                  <a:pt x="197307" y="40449"/>
                </a:lnTo>
                <a:lnTo>
                  <a:pt x="197421" y="43332"/>
                </a:lnTo>
                <a:lnTo>
                  <a:pt x="188231" y="92365"/>
                </a:lnTo>
                <a:lnTo>
                  <a:pt x="161869" y="132667"/>
                </a:lnTo>
                <a:lnTo>
                  <a:pt x="122317" y="160143"/>
                </a:lnTo>
                <a:lnTo>
                  <a:pt x="73558" y="170700"/>
                </a:lnTo>
                <a:lnTo>
                  <a:pt x="173496" y="170700"/>
                </a:lnTo>
                <a:lnTo>
                  <a:pt x="227663" y="134889"/>
                </a:lnTo>
                <a:lnTo>
                  <a:pt x="253592" y="100341"/>
                </a:lnTo>
                <a:lnTo>
                  <a:pt x="270054" y="59761"/>
                </a:lnTo>
                <a:lnTo>
                  <a:pt x="275463" y="14782"/>
                </a:lnTo>
                <a:lnTo>
                  <a:pt x="275399" y="9791"/>
                </a:lnTo>
                <a:lnTo>
                  <a:pt x="275056" y="4876"/>
                </a:lnTo>
                <a:lnTo>
                  <a:pt x="274574" y="0"/>
                </a:lnTo>
                <a:close/>
              </a:path>
            </a:pathLst>
          </a:custGeom>
          <a:solidFill>
            <a:srgbClr val="FBC0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5953075" y="4304561"/>
            <a:ext cx="151765" cy="299085"/>
          </a:xfrm>
          <a:custGeom>
            <a:avLst/>
            <a:gdLst/>
            <a:ahLst/>
            <a:cxnLst/>
            <a:rect l="l" t="t" r="r" b="b"/>
            <a:pathLst>
              <a:path w="151764" h="299085">
                <a:moveTo>
                  <a:pt x="0" y="0"/>
                </a:moveTo>
                <a:lnTo>
                  <a:pt x="24053" y="83832"/>
                </a:lnTo>
                <a:lnTo>
                  <a:pt x="25019" y="83997"/>
                </a:lnTo>
                <a:lnTo>
                  <a:pt x="25958" y="84112"/>
                </a:lnTo>
                <a:lnTo>
                  <a:pt x="26911" y="84302"/>
                </a:lnTo>
                <a:lnTo>
                  <a:pt x="73081" y="103174"/>
                </a:lnTo>
                <a:lnTo>
                  <a:pt x="107246" y="137110"/>
                </a:lnTo>
                <a:lnTo>
                  <a:pt x="126193" y="181384"/>
                </a:lnTo>
                <a:lnTo>
                  <a:pt x="126707" y="231266"/>
                </a:lnTo>
                <a:lnTo>
                  <a:pt x="121368" y="250690"/>
                </a:lnTo>
                <a:lnTo>
                  <a:pt x="113241" y="268541"/>
                </a:lnTo>
                <a:lnTo>
                  <a:pt x="102620" y="284630"/>
                </a:lnTo>
                <a:lnTo>
                  <a:pt x="89801" y="298767"/>
                </a:lnTo>
                <a:lnTo>
                  <a:pt x="110442" y="278781"/>
                </a:lnTo>
                <a:lnTo>
                  <a:pt x="127533" y="255362"/>
                </a:lnTo>
                <a:lnTo>
                  <a:pt x="140518" y="228880"/>
                </a:lnTo>
                <a:lnTo>
                  <a:pt x="148844" y="199707"/>
                </a:lnTo>
                <a:lnTo>
                  <a:pt x="151343" y="154474"/>
                </a:lnTo>
                <a:lnTo>
                  <a:pt x="142194" y="111647"/>
                </a:lnTo>
                <a:lnTo>
                  <a:pt x="122674" y="73112"/>
                </a:lnTo>
                <a:lnTo>
                  <a:pt x="94059" y="40752"/>
                </a:lnTo>
                <a:lnTo>
                  <a:pt x="57627" y="16452"/>
                </a:lnTo>
                <a:lnTo>
                  <a:pt x="14655" y="2095"/>
                </a:lnTo>
                <a:lnTo>
                  <a:pt x="4876" y="495"/>
                </a:lnTo>
                <a:lnTo>
                  <a:pt x="0" y="0"/>
                </a:lnTo>
                <a:close/>
              </a:path>
            </a:pathLst>
          </a:custGeom>
          <a:solidFill>
            <a:srgbClr val="2C28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4587058" y="4374309"/>
            <a:ext cx="353060" cy="259715"/>
          </a:xfrm>
          <a:custGeom>
            <a:avLst/>
            <a:gdLst/>
            <a:ahLst/>
            <a:cxnLst/>
            <a:rect l="l" t="t" r="r" b="b"/>
            <a:pathLst>
              <a:path w="353060" h="259714">
                <a:moveTo>
                  <a:pt x="345693" y="0"/>
                </a:moveTo>
                <a:lnTo>
                  <a:pt x="120497" y="0"/>
                </a:lnTo>
                <a:lnTo>
                  <a:pt x="106305" y="360"/>
                </a:lnTo>
                <a:lnTo>
                  <a:pt x="59862" y="8988"/>
                </a:lnTo>
                <a:lnTo>
                  <a:pt x="23812" y="33662"/>
                </a:lnTo>
                <a:lnTo>
                  <a:pt x="9683" y="71707"/>
                </a:lnTo>
                <a:lnTo>
                  <a:pt x="9283" y="80619"/>
                </a:lnTo>
                <a:lnTo>
                  <a:pt x="9648" y="88761"/>
                </a:lnTo>
                <a:lnTo>
                  <a:pt x="27296" y="129391"/>
                </a:lnTo>
                <a:lnTo>
                  <a:pt x="63131" y="149580"/>
                </a:lnTo>
                <a:lnTo>
                  <a:pt x="106565" y="155041"/>
                </a:lnTo>
                <a:lnTo>
                  <a:pt x="257213" y="155041"/>
                </a:lnTo>
                <a:lnTo>
                  <a:pt x="264172" y="156413"/>
                </a:lnTo>
                <a:lnTo>
                  <a:pt x="268566" y="159321"/>
                </a:lnTo>
                <a:lnTo>
                  <a:pt x="272973" y="162153"/>
                </a:lnTo>
                <a:lnTo>
                  <a:pt x="275170" y="166877"/>
                </a:lnTo>
                <a:lnTo>
                  <a:pt x="275170" y="180352"/>
                </a:lnTo>
                <a:lnTo>
                  <a:pt x="272973" y="185191"/>
                </a:lnTo>
                <a:lnTo>
                  <a:pt x="264172" y="191147"/>
                </a:lnTo>
                <a:lnTo>
                  <a:pt x="257213" y="192633"/>
                </a:lnTo>
                <a:lnTo>
                  <a:pt x="51523" y="192633"/>
                </a:lnTo>
                <a:lnTo>
                  <a:pt x="0" y="259308"/>
                </a:lnTo>
                <a:lnTo>
                  <a:pt x="241426" y="259308"/>
                </a:lnTo>
                <a:lnTo>
                  <a:pt x="255637" y="258942"/>
                </a:lnTo>
                <a:lnTo>
                  <a:pt x="302113" y="250250"/>
                </a:lnTo>
                <a:lnTo>
                  <a:pt x="338426" y="224701"/>
                </a:lnTo>
                <a:lnTo>
                  <a:pt x="352291" y="184056"/>
                </a:lnTo>
                <a:lnTo>
                  <a:pt x="352678" y="174421"/>
                </a:lnTo>
                <a:lnTo>
                  <a:pt x="351126" y="157717"/>
                </a:lnTo>
                <a:lnTo>
                  <a:pt x="327863" y="121107"/>
                </a:lnTo>
                <a:lnTo>
                  <a:pt x="277806" y="104572"/>
                </a:lnTo>
                <a:lnTo>
                  <a:pt x="255409" y="103466"/>
                </a:lnTo>
                <a:lnTo>
                  <a:pt x="104990" y="103466"/>
                </a:lnTo>
                <a:lnTo>
                  <a:pt x="98107" y="102146"/>
                </a:lnTo>
                <a:lnTo>
                  <a:pt x="89065" y="96685"/>
                </a:lnTo>
                <a:lnTo>
                  <a:pt x="86791" y="91998"/>
                </a:lnTo>
                <a:lnTo>
                  <a:pt x="86791" y="78562"/>
                </a:lnTo>
                <a:lnTo>
                  <a:pt x="89065" y="73901"/>
                </a:lnTo>
                <a:lnTo>
                  <a:pt x="93586" y="71285"/>
                </a:lnTo>
                <a:lnTo>
                  <a:pt x="98107" y="68719"/>
                </a:lnTo>
                <a:lnTo>
                  <a:pt x="104990" y="67449"/>
                </a:lnTo>
                <a:lnTo>
                  <a:pt x="294157" y="67449"/>
                </a:lnTo>
                <a:lnTo>
                  <a:pt x="345693" y="0"/>
                </a:lnTo>
                <a:close/>
              </a:path>
            </a:pathLst>
          </a:custGeom>
          <a:solidFill>
            <a:srgbClr val="2C28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4927724" y="4374303"/>
            <a:ext cx="346710" cy="259715"/>
          </a:xfrm>
          <a:custGeom>
            <a:avLst/>
            <a:gdLst/>
            <a:ahLst/>
            <a:cxnLst/>
            <a:rect l="l" t="t" r="r" b="b"/>
            <a:pathLst>
              <a:path w="346710" h="259714">
                <a:moveTo>
                  <a:pt x="201930" y="67462"/>
                </a:moveTo>
                <a:lnTo>
                  <a:pt x="121704" y="67462"/>
                </a:lnTo>
                <a:lnTo>
                  <a:pt x="121704" y="259283"/>
                </a:lnTo>
                <a:lnTo>
                  <a:pt x="201930" y="259283"/>
                </a:lnTo>
                <a:lnTo>
                  <a:pt x="201930" y="67462"/>
                </a:lnTo>
                <a:close/>
              </a:path>
              <a:path w="346710" h="259714">
                <a:moveTo>
                  <a:pt x="346494" y="0"/>
                </a:moveTo>
                <a:lnTo>
                  <a:pt x="51930" y="0"/>
                </a:lnTo>
                <a:lnTo>
                  <a:pt x="0" y="67462"/>
                </a:lnTo>
                <a:lnTo>
                  <a:pt x="294525" y="67462"/>
                </a:lnTo>
                <a:lnTo>
                  <a:pt x="346494" y="0"/>
                </a:lnTo>
                <a:close/>
              </a:path>
            </a:pathLst>
          </a:custGeom>
          <a:solidFill>
            <a:srgbClr val="2C28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5271846" y="4374291"/>
            <a:ext cx="343535" cy="259715"/>
          </a:xfrm>
          <a:custGeom>
            <a:avLst/>
            <a:gdLst/>
            <a:ahLst/>
            <a:cxnLst/>
            <a:rect l="l" t="t" r="r" b="b"/>
            <a:pathLst>
              <a:path w="343535" h="259714">
                <a:moveTo>
                  <a:pt x="215925" y="0"/>
                </a:moveTo>
                <a:lnTo>
                  <a:pt x="53124" y="0"/>
                </a:lnTo>
                <a:lnTo>
                  <a:pt x="0" y="67462"/>
                </a:lnTo>
                <a:lnTo>
                  <a:pt x="223291" y="67462"/>
                </a:lnTo>
                <a:lnTo>
                  <a:pt x="232076" y="67954"/>
                </a:lnTo>
                <a:lnTo>
                  <a:pt x="262445" y="87871"/>
                </a:lnTo>
                <a:lnTo>
                  <a:pt x="262445" y="105956"/>
                </a:lnTo>
                <a:lnTo>
                  <a:pt x="223291" y="126758"/>
                </a:lnTo>
                <a:lnTo>
                  <a:pt x="0" y="126758"/>
                </a:lnTo>
                <a:lnTo>
                  <a:pt x="0" y="259321"/>
                </a:lnTo>
                <a:lnTo>
                  <a:pt x="79908" y="259321"/>
                </a:lnTo>
                <a:lnTo>
                  <a:pt x="79908" y="193027"/>
                </a:lnTo>
                <a:lnTo>
                  <a:pt x="215544" y="193027"/>
                </a:lnTo>
                <a:lnTo>
                  <a:pt x="257174" y="189089"/>
                </a:lnTo>
                <a:lnTo>
                  <a:pt x="300830" y="172510"/>
                </a:lnTo>
                <a:lnTo>
                  <a:pt x="329751" y="145121"/>
                </a:lnTo>
                <a:lnTo>
                  <a:pt x="342510" y="107905"/>
                </a:lnTo>
                <a:lnTo>
                  <a:pt x="343039" y="97320"/>
                </a:lnTo>
                <a:lnTo>
                  <a:pt x="342510" y="86702"/>
                </a:lnTo>
                <a:lnTo>
                  <a:pt x="329760" y="49186"/>
                </a:lnTo>
                <a:lnTo>
                  <a:pt x="301120" y="21088"/>
                </a:lnTo>
                <a:lnTo>
                  <a:pt x="257562" y="4045"/>
                </a:lnTo>
                <a:lnTo>
                  <a:pt x="230617" y="448"/>
                </a:lnTo>
                <a:lnTo>
                  <a:pt x="215925" y="0"/>
                </a:lnTo>
                <a:close/>
              </a:path>
            </a:pathLst>
          </a:custGeom>
          <a:solidFill>
            <a:srgbClr val="2C28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4588164" y="4724207"/>
            <a:ext cx="166522" cy="1550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4778439" y="4724216"/>
            <a:ext cx="147967" cy="1550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4961618" y="4724204"/>
            <a:ext cx="169265" cy="1550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5162279" y="4724209"/>
            <a:ext cx="215404" cy="1550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5445106" y="4724209"/>
            <a:ext cx="0" cy="155575"/>
          </a:xfrm>
          <a:custGeom>
            <a:avLst/>
            <a:gdLst/>
            <a:ahLst/>
            <a:cxnLst/>
            <a:rect l="l" t="t" r="r" b="b"/>
            <a:pathLst>
              <a:path h="155575">
                <a:moveTo>
                  <a:pt x="0" y="0"/>
                </a:moveTo>
                <a:lnTo>
                  <a:pt x="0" y="155066"/>
                </a:lnTo>
              </a:path>
            </a:pathLst>
          </a:custGeom>
          <a:ln w="44208">
            <a:solidFill>
              <a:srgbClr val="FBC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5512526" y="4724211"/>
            <a:ext cx="175272" cy="1550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5708016" y="4724213"/>
            <a:ext cx="214299" cy="1550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k object 35"/>
          <p:cNvSpPr/>
          <p:nvPr/>
        </p:nvSpPr>
        <p:spPr>
          <a:xfrm>
            <a:off x="5942233" y="4724211"/>
            <a:ext cx="140055" cy="1550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2" y="38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79"/>
                </a:moveTo>
                <a:lnTo>
                  <a:pt x="10691964" y="7559979"/>
                </a:lnTo>
                <a:lnTo>
                  <a:pt x="10691964" y="0"/>
                </a:lnTo>
                <a:lnTo>
                  <a:pt x="0" y="0"/>
                </a:lnTo>
                <a:lnTo>
                  <a:pt x="0" y="7559979"/>
                </a:lnTo>
                <a:close/>
              </a:path>
            </a:pathLst>
          </a:custGeom>
          <a:solidFill>
            <a:srgbClr val="5074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328707" y="6015093"/>
            <a:ext cx="1174115" cy="332105"/>
          </a:xfrm>
          <a:custGeom>
            <a:avLst/>
            <a:gdLst/>
            <a:ahLst/>
            <a:cxnLst/>
            <a:rect l="l" t="t" r="r" b="b"/>
            <a:pathLst>
              <a:path w="1174114" h="332104">
                <a:moveTo>
                  <a:pt x="167398" y="0"/>
                </a:moveTo>
                <a:lnTo>
                  <a:pt x="118927" y="6280"/>
                </a:lnTo>
                <a:lnTo>
                  <a:pt x="77827" y="23880"/>
                </a:lnTo>
                <a:lnTo>
                  <a:pt x="44742" y="50941"/>
                </a:lnTo>
                <a:lnTo>
                  <a:pt x="20313" y="85601"/>
                </a:lnTo>
                <a:lnTo>
                  <a:pt x="5185" y="126001"/>
                </a:lnTo>
                <a:lnTo>
                  <a:pt x="0" y="170281"/>
                </a:lnTo>
                <a:lnTo>
                  <a:pt x="6848" y="219533"/>
                </a:lnTo>
                <a:lnTo>
                  <a:pt x="25724" y="259901"/>
                </a:lnTo>
                <a:lnTo>
                  <a:pt x="54125" y="291353"/>
                </a:lnTo>
                <a:lnTo>
                  <a:pt x="89549" y="313859"/>
                </a:lnTo>
                <a:lnTo>
                  <a:pt x="129491" y="327385"/>
                </a:lnTo>
                <a:lnTo>
                  <a:pt x="171450" y="331901"/>
                </a:lnTo>
                <a:lnTo>
                  <a:pt x="199755" y="329718"/>
                </a:lnTo>
                <a:lnTo>
                  <a:pt x="231752" y="323964"/>
                </a:lnTo>
                <a:lnTo>
                  <a:pt x="250234" y="319201"/>
                </a:lnTo>
                <a:lnTo>
                  <a:pt x="182994" y="319201"/>
                </a:lnTo>
                <a:lnTo>
                  <a:pt x="136753" y="312580"/>
                </a:lnTo>
                <a:lnTo>
                  <a:pt x="97598" y="293379"/>
                </a:lnTo>
                <a:lnTo>
                  <a:pt x="67360" y="262598"/>
                </a:lnTo>
                <a:lnTo>
                  <a:pt x="47873" y="221233"/>
                </a:lnTo>
                <a:lnTo>
                  <a:pt x="40970" y="170281"/>
                </a:lnTo>
                <a:lnTo>
                  <a:pt x="46197" y="125985"/>
                </a:lnTo>
                <a:lnTo>
                  <a:pt x="62009" y="83963"/>
                </a:lnTo>
                <a:lnTo>
                  <a:pt x="88600" y="48563"/>
                </a:lnTo>
                <a:lnTo>
                  <a:pt x="126163" y="24133"/>
                </a:lnTo>
                <a:lnTo>
                  <a:pt x="174891" y="15024"/>
                </a:lnTo>
                <a:lnTo>
                  <a:pt x="246128" y="15024"/>
                </a:lnTo>
                <a:lnTo>
                  <a:pt x="231465" y="8948"/>
                </a:lnTo>
                <a:lnTo>
                  <a:pt x="200784" y="2147"/>
                </a:lnTo>
                <a:lnTo>
                  <a:pt x="167398" y="0"/>
                </a:lnTo>
                <a:close/>
              </a:path>
              <a:path w="1174114" h="332104">
                <a:moveTo>
                  <a:pt x="290360" y="187032"/>
                </a:moveTo>
                <a:lnTo>
                  <a:pt x="253403" y="187032"/>
                </a:lnTo>
                <a:lnTo>
                  <a:pt x="253403" y="299021"/>
                </a:lnTo>
                <a:lnTo>
                  <a:pt x="235741" y="306787"/>
                </a:lnTo>
                <a:lnTo>
                  <a:pt x="217755" y="313212"/>
                </a:lnTo>
                <a:lnTo>
                  <a:pt x="199991" y="317586"/>
                </a:lnTo>
                <a:lnTo>
                  <a:pt x="182994" y="319201"/>
                </a:lnTo>
                <a:lnTo>
                  <a:pt x="250234" y="319201"/>
                </a:lnTo>
                <a:lnTo>
                  <a:pt x="263325" y="315828"/>
                </a:lnTo>
                <a:lnTo>
                  <a:pt x="290360" y="306501"/>
                </a:lnTo>
                <a:lnTo>
                  <a:pt x="290360" y="187032"/>
                </a:lnTo>
                <a:close/>
              </a:path>
              <a:path w="1174114" h="332104">
                <a:moveTo>
                  <a:pt x="246128" y="15024"/>
                </a:moveTo>
                <a:lnTo>
                  <a:pt x="174891" y="15024"/>
                </a:lnTo>
                <a:lnTo>
                  <a:pt x="202955" y="17009"/>
                </a:lnTo>
                <a:lnTo>
                  <a:pt x="229230" y="24838"/>
                </a:lnTo>
                <a:lnTo>
                  <a:pt x="253878" y="41320"/>
                </a:lnTo>
                <a:lnTo>
                  <a:pt x="277063" y="69265"/>
                </a:lnTo>
                <a:lnTo>
                  <a:pt x="288607" y="38671"/>
                </a:lnTo>
                <a:lnTo>
                  <a:pt x="260415" y="20943"/>
                </a:lnTo>
                <a:lnTo>
                  <a:pt x="246128" y="15024"/>
                </a:lnTo>
                <a:close/>
              </a:path>
              <a:path w="1174114" h="332104">
                <a:moveTo>
                  <a:pt x="460794" y="64211"/>
                </a:moveTo>
                <a:lnTo>
                  <a:pt x="333171" y="64211"/>
                </a:lnTo>
                <a:lnTo>
                  <a:pt x="333171" y="302983"/>
                </a:lnTo>
                <a:lnTo>
                  <a:pt x="478409" y="302983"/>
                </a:lnTo>
                <a:lnTo>
                  <a:pt x="483968" y="287794"/>
                </a:lnTo>
                <a:lnTo>
                  <a:pt x="365391" y="287794"/>
                </a:lnTo>
                <a:lnTo>
                  <a:pt x="365391" y="189953"/>
                </a:lnTo>
                <a:lnTo>
                  <a:pt x="450519" y="189725"/>
                </a:lnTo>
                <a:lnTo>
                  <a:pt x="450885" y="177838"/>
                </a:lnTo>
                <a:lnTo>
                  <a:pt x="365988" y="177838"/>
                </a:lnTo>
                <a:lnTo>
                  <a:pt x="365988" y="79997"/>
                </a:lnTo>
                <a:lnTo>
                  <a:pt x="467095" y="79997"/>
                </a:lnTo>
                <a:lnTo>
                  <a:pt x="460794" y="64211"/>
                </a:lnTo>
                <a:close/>
              </a:path>
              <a:path w="1174114" h="332104">
                <a:moveTo>
                  <a:pt x="485089" y="284734"/>
                </a:moveTo>
                <a:lnTo>
                  <a:pt x="459985" y="286503"/>
                </a:lnTo>
                <a:lnTo>
                  <a:pt x="423649" y="287412"/>
                </a:lnTo>
                <a:lnTo>
                  <a:pt x="365391" y="287794"/>
                </a:lnTo>
                <a:lnTo>
                  <a:pt x="483968" y="287794"/>
                </a:lnTo>
                <a:lnTo>
                  <a:pt x="485089" y="284734"/>
                </a:lnTo>
                <a:close/>
              </a:path>
              <a:path w="1174114" h="332104">
                <a:moveTo>
                  <a:pt x="450519" y="189725"/>
                </a:moveTo>
                <a:lnTo>
                  <a:pt x="389532" y="189725"/>
                </a:lnTo>
                <a:lnTo>
                  <a:pt x="411795" y="189955"/>
                </a:lnTo>
                <a:lnTo>
                  <a:pt x="432123" y="190645"/>
                </a:lnTo>
                <a:lnTo>
                  <a:pt x="450456" y="191795"/>
                </a:lnTo>
                <a:lnTo>
                  <a:pt x="450519" y="189725"/>
                </a:lnTo>
                <a:close/>
              </a:path>
              <a:path w="1174114" h="332104">
                <a:moveTo>
                  <a:pt x="451053" y="172364"/>
                </a:moveTo>
                <a:lnTo>
                  <a:pt x="429639" y="174059"/>
                </a:lnTo>
                <a:lnTo>
                  <a:pt x="382258" y="176114"/>
                </a:lnTo>
                <a:lnTo>
                  <a:pt x="365988" y="177838"/>
                </a:lnTo>
                <a:lnTo>
                  <a:pt x="450885" y="177838"/>
                </a:lnTo>
                <a:lnTo>
                  <a:pt x="451053" y="172364"/>
                </a:lnTo>
                <a:close/>
              </a:path>
              <a:path w="1174114" h="332104">
                <a:moveTo>
                  <a:pt x="467095" y="79997"/>
                </a:moveTo>
                <a:lnTo>
                  <a:pt x="406692" y="79997"/>
                </a:lnTo>
                <a:lnTo>
                  <a:pt x="423824" y="80118"/>
                </a:lnTo>
                <a:lnTo>
                  <a:pt x="440594" y="80522"/>
                </a:lnTo>
                <a:lnTo>
                  <a:pt x="455755" y="81267"/>
                </a:lnTo>
                <a:lnTo>
                  <a:pt x="468058" y="82410"/>
                </a:lnTo>
                <a:lnTo>
                  <a:pt x="467095" y="79997"/>
                </a:lnTo>
                <a:close/>
              </a:path>
              <a:path w="1174114" h="332104">
                <a:moveTo>
                  <a:pt x="560356" y="105498"/>
                </a:moveTo>
                <a:lnTo>
                  <a:pt x="524332" y="105498"/>
                </a:lnTo>
                <a:lnTo>
                  <a:pt x="659588" y="261600"/>
                </a:lnTo>
                <a:lnTo>
                  <a:pt x="685386" y="290175"/>
                </a:lnTo>
                <a:lnTo>
                  <a:pt x="706005" y="311518"/>
                </a:lnTo>
                <a:lnTo>
                  <a:pt x="705001" y="264263"/>
                </a:lnTo>
                <a:lnTo>
                  <a:pt x="704920" y="248894"/>
                </a:lnTo>
                <a:lnTo>
                  <a:pt x="688403" y="248894"/>
                </a:lnTo>
                <a:lnTo>
                  <a:pt x="582681" y="130702"/>
                </a:lnTo>
                <a:lnTo>
                  <a:pt x="560356" y="105498"/>
                </a:lnTo>
                <a:close/>
              </a:path>
              <a:path w="1174114" h="332104">
                <a:moveTo>
                  <a:pt x="524332" y="64211"/>
                </a:moveTo>
                <a:lnTo>
                  <a:pt x="504240" y="64211"/>
                </a:lnTo>
                <a:lnTo>
                  <a:pt x="506679" y="85471"/>
                </a:lnTo>
                <a:lnTo>
                  <a:pt x="506902" y="130702"/>
                </a:lnTo>
                <a:lnTo>
                  <a:pt x="506929" y="154947"/>
                </a:lnTo>
                <a:lnTo>
                  <a:pt x="506805" y="248894"/>
                </a:lnTo>
                <a:lnTo>
                  <a:pt x="506679" y="302983"/>
                </a:lnTo>
                <a:lnTo>
                  <a:pt x="524332" y="302983"/>
                </a:lnTo>
                <a:lnTo>
                  <a:pt x="524332" y="105498"/>
                </a:lnTo>
                <a:lnTo>
                  <a:pt x="560356" y="105498"/>
                </a:lnTo>
                <a:lnTo>
                  <a:pt x="545233" y="88426"/>
                </a:lnTo>
                <a:lnTo>
                  <a:pt x="524332" y="64211"/>
                </a:lnTo>
                <a:close/>
              </a:path>
              <a:path w="1174114" h="332104">
                <a:moveTo>
                  <a:pt x="705396" y="64211"/>
                </a:moveTo>
                <a:lnTo>
                  <a:pt x="687768" y="64211"/>
                </a:lnTo>
                <a:lnTo>
                  <a:pt x="688135" y="102195"/>
                </a:lnTo>
                <a:lnTo>
                  <a:pt x="688324" y="154947"/>
                </a:lnTo>
                <a:lnTo>
                  <a:pt x="688403" y="248894"/>
                </a:lnTo>
                <a:lnTo>
                  <a:pt x="704920" y="248894"/>
                </a:lnTo>
                <a:lnTo>
                  <a:pt x="704783" y="222636"/>
                </a:lnTo>
                <a:lnTo>
                  <a:pt x="704904" y="160262"/>
                </a:lnTo>
                <a:lnTo>
                  <a:pt x="705224" y="109698"/>
                </a:lnTo>
                <a:lnTo>
                  <a:pt x="705396" y="64211"/>
                </a:lnTo>
                <a:close/>
              </a:path>
              <a:path w="1174114" h="332104">
                <a:moveTo>
                  <a:pt x="1067765" y="61163"/>
                </a:moveTo>
                <a:lnTo>
                  <a:pt x="1061085" y="61163"/>
                </a:lnTo>
                <a:lnTo>
                  <a:pt x="954735" y="302983"/>
                </a:lnTo>
                <a:lnTo>
                  <a:pt x="971727" y="302983"/>
                </a:lnTo>
                <a:lnTo>
                  <a:pt x="1007618" y="221576"/>
                </a:lnTo>
                <a:lnTo>
                  <a:pt x="1137286" y="221576"/>
                </a:lnTo>
                <a:lnTo>
                  <a:pt x="1130215" y="205752"/>
                </a:lnTo>
                <a:lnTo>
                  <a:pt x="1014298" y="205752"/>
                </a:lnTo>
                <a:lnTo>
                  <a:pt x="1054976" y="110350"/>
                </a:lnTo>
                <a:lnTo>
                  <a:pt x="1088084" y="110350"/>
                </a:lnTo>
                <a:lnTo>
                  <a:pt x="1078039" y="87299"/>
                </a:lnTo>
                <a:lnTo>
                  <a:pt x="1067765" y="61163"/>
                </a:lnTo>
                <a:close/>
              </a:path>
              <a:path w="1174114" h="332104">
                <a:moveTo>
                  <a:pt x="1137286" y="221576"/>
                </a:moveTo>
                <a:lnTo>
                  <a:pt x="1102372" y="221576"/>
                </a:lnTo>
                <a:lnTo>
                  <a:pt x="1111197" y="242490"/>
                </a:lnTo>
                <a:lnTo>
                  <a:pt x="1120013" y="263642"/>
                </a:lnTo>
                <a:lnTo>
                  <a:pt x="1128361" y="284113"/>
                </a:lnTo>
                <a:lnTo>
                  <a:pt x="1135786" y="302983"/>
                </a:lnTo>
                <a:lnTo>
                  <a:pt x="1174076" y="302983"/>
                </a:lnTo>
                <a:lnTo>
                  <a:pt x="1160648" y="273497"/>
                </a:lnTo>
                <a:lnTo>
                  <a:pt x="1142202" y="232578"/>
                </a:lnTo>
                <a:lnTo>
                  <a:pt x="1137286" y="221576"/>
                </a:lnTo>
                <a:close/>
              </a:path>
              <a:path w="1174114" h="332104">
                <a:moveTo>
                  <a:pt x="1088084" y="110350"/>
                </a:moveTo>
                <a:lnTo>
                  <a:pt x="1054976" y="110350"/>
                </a:lnTo>
                <a:lnTo>
                  <a:pt x="1061691" y="125862"/>
                </a:lnTo>
                <a:lnTo>
                  <a:pt x="1071694" y="149178"/>
                </a:lnTo>
                <a:lnTo>
                  <a:pt x="1083513" y="176931"/>
                </a:lnTo>
                <a:lnTo>
                  <a:pt x="1095679" y="205752"/>
                </a:lnTo>
                <a:lnTo>
                  <a:pt x="1130215" y="205752"/>
                </a:lnTo>
                <a:lnTo>
                  <a:pt x="1120867" y="184835"/>
                </a:lnTo>
                <a:lnTo>
                  <a:pt x="1098770" y="134873"/>
                </a:lnTo>
                <a:lnTo>
                  <a:pt x="1088084" y="110350"/>
                </a:lnTo>
                <a:close/>
              </a:path>
              <a:path w="1174114" h="332104">
                <a:moveTo>
                  <a:pt x="795010" y="105498"/>
                </a:moveTo>
                <a:lnTo>
                  <a:pt x="758977" y="105498"/>
                </a:lnTo>
                <a:lnTo>
                  <a:pt x="894243" y="261600"/>
                </a:lnTo>
                <a:lnTo>
                  <a:pt x="920038" y="290175"/>
                </a:lnTo>
                <a:lnTo>
                  <a:pt x="940650" y="311518"/>
                </a:lnTo>
                <a:lnTo>
                  <a:pt x="939643" y="264263"/>
                </a:lnTo>
                <a:lnTo>
                  <a:pt x="939561" y="248894"/>
                </a:lnTo>
                <a:lnTo>
                  <a:pt x="922997" y="248894"/>
                </a:lnTo>
                <a:lnTo>
                  <a:pt x="817332" y="130702"/>
                </a:lnTo>
                <a:lnTo>
                  <a:pt x="795010" y="105498"/>
                </a:lnTo>
                <a:close/>
              </a:path>
              <a:path w="1174114" h="332104">
                <a:moveTo>
                  <a:pt x="758977" y="64211"/>
                </a:moveTo>
                <a:lnTo>
                  <a:pt x="738911" y="64211"/>
                </a:lnTo>
                <a:lnTo>
                  <a:pt x="741362" y="85471"/>
                </a:lnTo>
                <a:lnTo>
                  <a:pt x="741585" y="130702"/>
                </a:lnTo>
                <a:lnTo>
                  <a:pt x="741612" y="154947"/>
                </a:lnTo>
                <a:lnTo>
                  <a:pt x="741488" y="248894"/>
                </a:lnTo>
                <a:lnTo>
                  <a:pt x="741362" y="302983"/>
                </a:lnTo>
                <a:lnTo>
                  <a:pt x="758977" y="302983"/>
                </a:lnTo>
                <a:lnTo>
                  <a:pt x="758977" y="105498"/>
                </a:lnTo>
                <a:lnTo>
                  <a:pt x="795010" y="105498"/>
                </a:lnTo>
                <a:lnTo>
                  <a:pt x="779890" y="88426"/>
                </a:lnTo>
                <a:lnTo>
                  <a:pt x="758977" y="64211"/>
                </a:lnTo>
                <a:close/>
              </a:path>
              <a:path w="1174114" h="332104">
                <a:moveTo>
                  <a:pt x="940015" y="64211"/>
                </a:moveTo>
                <a:lnTo>
                  <a:pt x="922439" y="64211"/>
                </a:lnTo>
                <a:lnTo>
                  <a:pt x="922762" y="102195"/>
                </a:lnTo>
                <a:lnTo>
                  <a:pt x="922873" y="137647"/>
                </a:lnTo>
                <a:lnTo>
                  <a:pt x="922997" y="248894"/>
                </a:lnTo>
                <a:lnTo>
                  <a:pt x="939561" y="248894"/>
                </a:lnTo>
                <a:lnTo>
                  <a:pt x="939421" y="222636"/>
                </a:lnTo>
                <a:lnTo>
                  <a:pt x="939533" y="160262"/>
                </a:lnTo>
                <a:lnTo>
                  <a:pt x="939846" y="109698"/>
                </a:lnTo>
                <a:lnTo>
                  <a:pt x="940015" y="64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5727518" y="6075927"/>
            <a:ext cx="219710" cy="242570"/>
          </a:xfrm>
          <a:custGeom>
            <a:avLst/>
            <a:gdLst/>
            <a:ahLst/>
            <a:cxnLst/>
            <a:rect l="l" t="t" r="r" b="b"/>
            <a:pathLst>
              <a:path w="219710" h="242570">
                <a:moveTo>
                  <a:pt x="113157" y="0"/>
                </a:moveTo>
                <a:lnTo>
                  <a:pt x="106426" y="0"/>
                </a:lnTo>
                <a:lnTo>
                  <a:pt x="0" y="242150"/>
                </a:lnTo>
                <a:lnTo>
                  <a:pt x="17030" y="242150"/>
                </a:lnTo>
                <a:lnTo>
                  <a:pt x="52895" y="160629"/>
                </a:lnTo>
                <a:lnTo>
                  <a:pt x="182795" y="160629"/>
                </a:lnTo>
                <a:lnTo>
                  <a:pt x="175727" y="144805"/>
                </a:lnTo>
                <a:lnTo>
                  <a:pt x="59588" y="144805"/>
                </a:lnTo>
                <a:lnTo>
                  <a:pt x="100342" y="49301"/>
                </a:lnTo>
                <a:lnTo>
                  <a:pt x="133563" y="49301"/>
                </a:lnTo>
                <a:lnTo>
                  <a:pt x="123482" y="26162"/>
                </a:lnTo>
                <a:lnTo>
                  <a:pt x="119457" y="16052"/>
                </a:lnTo>
                <a:lnTo>
                  <a:pt x="113157" y="0"/>
                </a:lnTo>
                <a:close/>
              </a:path>
              <a:path w="219710" h="242570">
                <a:moveTo>
                  <a:pt x="182795" y="160629"/>
                </a:moveTo>
                <a:lnTo>
                  <a:pt x="147802" y="160629"/>
                </a:lnTo>
                <a:lnTo>
                  <a:pt x="156626" y="181568"/>
                </a:lnTo>
                <a:lnTo>
                  <a:pt x="165446" y="202742"/>
                </a:lnTo>
                <a:lnTo>
                  <a:pt x="173812" y="223240"/>
                </a:lnTo>
                <a:lnTo>
                  <a:pt x="181279" y="242150"/>
                </a:lnTo>
                <a:lnTo>
                  <a:pt x="219621" y="242150"/>
                </a:lnTo>
                <a:lnTo>
                  <a:pt x="206180" y="212622"/>
                </a:lnTo>
                <a:lnTo>
                  <a:pt x="187716" y="171645"/>
                </a:lnTo>
                <a:lnTo>
                  <a:pt x="182795" y="160629"/>
                </a:lnTo>
                <a:close/>
              </a:path>
              <a:path w="219710" h="242570">
                <a:moveTo>
                  <a:pt x="133563" y="49301"/>
                </a:moveTo>
                <a:lnTo>
                  <a:pt x="100342" y="49301"/>
                </a:lnTo>
                <a:lnTo>
                  <a:pt x="107058" y="64818"/>
                </a:lnTo>
                <a:lnTo>
                  <a:pt x="117089" y="88152"/>
                </a:lnTo>
                <a:lnTo>
                  <a:pt x="128951" y="115936"/>
                </a:lnTo>
                <a:lnTo>
                  <a:pt x="141160" y="144805"/>
                </a:lnTo>
                <a:lnTo>
                  <a:pt x="175727" y="144805"/>
                </a:lnTo>
                <a:lnTo>
                  <a:pt x="166359" y="123833"/>
                </a:lnTo>
                <a:lnTo>
                  <a:pt x="144237" y="73801"/>
                </a:lnTo>
                <a:lnTo>
                  <a:pt x="133563" y="49301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5959525" y="6078958"/>
            <a:ext cx="210820" cy="239395"/>
          </a:xfrm>
          <a:custGeom>
            <a:avLst/>
            <a:gdLst/>
            <a:ahLst/>
            <a:cxnLst/>
            <a:rect l="l" t="t" r="r" b="b"/>
            <a:pathLst>
              <a:path w="210820" h="239395">
                <a:moveTo>
                  <a:pt x="34061" y="0"/>
                </a:moveTo>
                <a:lnTo>
                  <a:pt x="0" y="0"/>
                </a:lnTo>
                <a:lnTo>
                  <a:pt x="473" y="37551"/>
                </a:lnTo>
                <a:lnTo>
                  <a:pt x="503" y="104063"/>
                </a:lnTo>
                <a:lnTo>
                  <a:pt x="384" y="145600"/>
                </a:lnTo>
                <a:lnTo>
                  <a:pt x="0" y="239115"/>
                </a:lnTo>
                <a:lnTo>
                  <a:pt x="34061" y="239115"/>
                </a:lnTo>
                <a:lnTo>
                  <a:pt x="34061" y="114295"/>
                </a:lnTo>
                <a:lnTo>
                  <a:pt x="32880" y="113169"/>
                </a:lnTo>
                <a:lnTo>
                  <a:pt x="34061" y="112032"/>
                </a:lnTo>
                <a:lnTo>
                  <a:pt x="34061" y="0"/>
                </a:lnTo>
                <a:close/>
              </a:path>
              <a:path w="210820" h="239395">
                <a:moveTo>
                  <a:pt x="168516" y="0"/>
                </a:moveTo>
                <a:lnTo>
                  <a:pt x="144779" y="0"/>
                </a:lnTo>
                <a:lnTo>
                  <a:pt x="89982" y="56365"/>
                </a:lnTo>
                <a:lnTo>
                  <a:pt x="55418" y="91465"/>
                </a:lnTo>
                <a:lnTo>
                  <a:pt x="34061" y="112032"/>
                </a:lnTo>
                <a:lnTo>
                  <a:pt x="34061" y="114295"/>
                </a:lnTo>
                <a:lnTo>
                  <a:pt x="66899" y="145600"/>
                </a:lnTo>
                <a:lnTo>
                  <a:pt x="161848" y="239115"/>
                </a:lnTo>
                <a:lnTo>
                  <a:pt x="210540" y="239115"/>
                </a:lnTo>
                <a:lnTo>
                  <a:pt x="178663" y="210407"/>
                </a:lnTo>
                <a:lnTo>
                  <a:pt x="136755" y="171365"/>
                </a:lnTo>
                <a:lnTo>
                  <a:pt x="65722" y="104063"/>
                </a:lnTo>
                <a:lnTo>
                  <a:pt x="88211" y="81472"/>
                </a:lnTo>
                <a:lnTo>
                  <a:pt x="143662" y="24655"/>
                </a:lnTo>
                <a:lnTo>
                  <a:pt x="168516" y="0"/>
                </a:lnTo>
                <a:close/>
              </a:path>
              <a:path w="210820" h="239395">
                <a:moveTo>
                  <a:pt x="34061" y="112032"/>
                </a:moveTo>
                <a:lnTo>
                  <a:pt x="32880" y="113169"/>
                </a:lnTo>
                <a:lnTo>
                  <a:pt x="34061" y="114295"/>
                </a:lnTo>
                <a:lnTo>
                  <a:pt x="34061" y="112032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6153605" y="6078965"/>
            <a:ext cx="210185" cy="246379"/>
          </a:xfrm>
          <a:custGeom>
            <a:avLst/>
            <a:gdLst/>
            <a:ahLst/>
            <a:cxnLst/>
            <a:rect l="l" t="t" r="r" b="b"/>
            <a:pathLst>
              <a:path w="210185" h="246379">
                <a:moveTo>
                  <a:pt x="34963" y="0"/>
                </a:moveTo>
                <a:lnTo>
                  <a:pt x="0" y="0"/>
                </a:lnTo>
                <a:lnTo>
                  <a:pt x="0" y="156984"/>
                </a:lnTo>
                <a:lnTo>
                  <a:pt x="8243" y="191581"/>
                </a:lnTo>
                <a:lnTo>
                  <a:pt x="30722" y="219835"/>
                </a:lnTo>
                <a:lnTo>
                  <a:pt x="64063" y="238886"/>
                </a:lnTo>
                <a:lnTo>
                  <a:pt x="104889" y="245872"/>
                </a:lnTo>
                <a:lnTo>
                  <a:pt x="145707" y="238886"/>
                </a:lnTo>
                <a:lnTo>
                  <a:pt x="169253" y="225425"/>
                </a:lnTo>
                <a:lnTo>
                  <a:pt x="105117" y="225425"/>
                </a:lnTo>
                <a:lnTo>
                  <a:pt x="78234" y="219825"/>
                </a:lnTo>
                <a:lnTo>
                  <a:pt x="56157" y="203917"/>
                </a:lnTo>
                <a:lnTo>
                  <a:pt x="41022" y="179037"/>
                </a:lnTo>
                <a:lnTo>
                  <a:pt x="34963" y="146519"/>
                </a:lnTo>
                <a:lnTo>
                  <a:pt x="34963" y="0"/>
                </a:lnTo>
                <a:close/>
              </a:path>
              <a:path w="210185" h="246379">
                <a:moveTo>
                  <a:pt x="209727" y="0"/>
                </a:moveTo>
                <a:lnTo>
                  <a:pt x="175260" y="0"/>
                </a:lnTo>
                <a:lnTo>
                  <a:pt x="175260" y="144056"/>
                </a:lnTo>
                <a:lnTo>
                  <a:pt x="169740" y="177419"/>
                </a:lnTo>
                <a:lnTo>
                  <a:pt x="154695" y="203095"/>
                </a:lnTo>
                <a:lnTo>
                  <a:pt x="132397" y="219594"/>
                </a:lnTo>
                <a:lnTo>
                  <a:pt x="105117" y="225425"/>
                </a:lnTo>
                <a:lnTo>
                  <a:pt x="169253" y="225425"/>
                </a:lnTo>
                <a:lnTo>
                  <a:pt x="179038" y="219825"/>
                </a:lnTo>
                <a:lnTo>
                  <a:pt x="201492" y="191581"/>
                </a:lnTo>
                <a:lnTo>
                  <a:pt x="209727" y="156984"/>
                </a:lnTo>
                <a:lnTo>
                  <a:pt x="209727" y="0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5571775" y="6075933"/>
            <a:ext cx="163195" cy="244475"/>
          </a:xfrm>
          <a:custGeom>
            <a:avLst/>
            <a:gdLst/>
            <a:ahLst/>
            <a:cxnLst/>
            <a:rect l="l" t="t" r="r" b="b"/>
            <a:pathLst>
              <a:path w="163195" h="244475">
                <a:moveTo>
                  <a:pt x="73393" y="0"/>
                </a:moveTo>
                <a:lnTo>
                  <a:pt x="0" y="0"/>
                </a:lnTo>
                <a:lnTo>
                  <a:pt x="92" y="14807"/>
                </a:lnTo>
                <a:lnTo>
                  <a:pt x="195" y="148124"/>
                </a:lnTo>
                <a:lnTo>
                  <a:pt x="0" y="244335"/>
                </a:lnTo>
                <a:lnTo>
                  <a:pt x="72161" y="244335"/>
                </a:lnTo>
                <a:lnTo>
                  <a:pt x="105479" y="240246"/>
                </a:lnTo>
                <a:lnTo>
                  <a:pt x="132326" y="228447"/>
                </a:lnTo>
                <a:lnTo>
                  <a:pt x="69230" y="228447"/>
                </a:lnTo>
                <a:lnTo>
                  <a:pt x="33604" y="227571"/>
                </a:lnTo>
                <a:lnTo>
                  <a:pt x="33604" y="124358"/>
                </a:lnTo>
                <a:lnTo>
                  <a:pt x="41419" y="124257"/>
                </a:lnTo>
                <a:lnTo>
                  <a:pt x="56839" y="123811"/>
                </a:lnTo>
                <a:lnTo>
                  <a:pt x="64668" y="123710"/>
                </a:lnTo>
                <a:lnTo>
                  <a:pt x="136685" y="123710"/>
                </a:lnTo>
                <a:lnTo>
                  <a:pt x="128796" y="118474"/>
                </a:lnTo>
                <a:lnTo>
                  <a:pt x="106933" y="111912"/>
                </a:lnTo>
                <a:lnTo>
                  <a:pt x="107958" y="111302"/>
                </a:lnTo>
                <a:lnTo>
                  <a:pt x="33604" y="111302"/>
                </a:lnTo>
                <a:lnTo>
                  <a:pt x="33604" y="14922"/>
                </a:lnTo>
                <a:lnTo>
                  <a:pt x="121822" y="14807"/>
                </a:lnTo>
                <a:lnTo>
                  <a:pt x="103546" y="4664"/>
                </a:lnTo>
                <a:lnTo>
                  <a:pt x="73393" y="0"/>
                </a:lnTo>
                <a:close/>
              </a:path>
              <a:path w="163195" h="244475">
                <a:moveTo>
                  <a:pt x="136685" y="123710"/>
                </a:moveTo>
                <a:lnTo>
                  <a:pt x="64668" y="123710"/>
                </a:lnTo>
                <a:lnTo>
                  <a:pt x="89932" y="126996"/>
                </a:lnTo>
                <a:lnTo>
                  <a:pt x="109134" y="136931"/>
                </a:lnTo>
                <a:lnTo>
                  <a:pt x="121339" y="153628"/>
                </a:lnTo>
                <a:lnTo>
                  <a:pt x="125615" y="177203"/>
                </a:lnTo>
                <a:lnTo>
                  <a:pt x="118321" y="206409"/>
                </a:lnTo>
                <a:lnTo>
                  <a:pt x="98498" y="222442"/>
                </a:lnTo>
                <a:lnTo>
                  <a:pt x="69230" y="228447"/>
                </a:lnTo>
                <a:lnTo>
                  <a:pt x="132326" y="228447"/>
                </a:lnTo>
                <a:lnTo>
                  <a:pt x="134535" y="227476"/>
                </a:lnTo>
                <a:lnTo>
                  <a:pt x="155084" y="205266"/>
                </a:lnTo>
                <a:lnTo>
                  <a:pt x="162877" y="172859"/>
                </a:lnTo>
                <a:lnTo>
                  <a:pt x="158510" y="148124"/>
                </a:lnTo>
                <a:lnTo>
                  <a:pt x="146569" y="130270"/>
                </a:lnTo>
                <a:lnTo>
                  <a:pt x="136685" y="123710"/>
                </a:lnTo>
                <a:close/>
              </a:path>
              <a:path w="163195" h="244475">
                <a:moveTo>
                  <a:pt x="121822" y="14807"/>
                </a:moveTo>
                <a:lnTo>
                  <a:pt x="45332" y="14807"/>
                </a:lnTo>
                <a:lnTo>
                  <a:pt x="57135" y="14928"/>
                </a:lnTo>
                <a:lnTo>
                  <a:pt x="68831" y="15983"/>
                </a:lnTo>
                <a:lnTo>
                  <a:pt x="107120" y="45754"/>
                </a:lnTo>
                <a:lnTo>
                  <a:pt x="109410" y="61544"/>
                </a:lnTo>
                <a:lnTo>
                  <a:pt x="105347" y="84458"/>
                </a:lnTo>
                <a:lnTo>
                  <a:pt x="92257" y="99725"/>
                </a:lnTo>
                <a:lnTo>
                  <a:pt x="68792" y="108341"/>
                </a:lnTo>
                <a:lnTo>
                  <a:pt x="33604" y="111302"/>
                </a:lnTo>
                <a:lnTo>
                  <a:pt x="107958" y="111302"/>
                </a:lnTo>
                <a:lnTo>
                  <a:pt x="123188" y="102241"/>
                </a:lnTo>
                <a:lnTo>
                  <a:pt x="135310" y="89073"/>
                </a:lnTo>
                <a:lnTo>
                  <a:pt x="142886" y="73802"/>
                </a:lnTo>
                <a:lnTo>
                  <a:pt x="145503" y="57823"/>
                </a:lnTo>
                <a:lnTo>
                  <a:pt x="140532" y="35677"/>
                </a:lnTo>
                <a:lnTo>
                  <a:pt x="126236" y="17257"/>
                </a:lnTo>
                <a:lnTo>
                  <a:pt x="121822" y="14807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5505692" y="6015096"/>
            <a:ext cx="0" cy="102870"/>
          </a:xfrm>
          <a:custGeom>
            <a:avLst/>
            <a:gdLst/>
            <a:ahLst/>
            <a:cxnLst/>
            <a:rect l="l" t="t" r="r" b="b"/>
            <a:pathLst>
              <a:path h="102870">
                <a:moveTo>
                  <a:pt x="0" y="0"/>
                </a:moveTo>
                <a:lnTo>
                  <a:pt x="0" y="102679"/>
                </a:lnTo>
              </a:path>
            </a:pathLst>
          </a:custGeom>
          <a:ln w="30429">
            <a:solidFill>
              <a:srgbClr val="C8DA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50637" y="2349213"/>
            <a:ext cx="4792124" cy="1796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jp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224597"/>
            <a:ext cx="10692130" cy="335915"/>
          </a:xfrm>
          <a:custGeom>
            <a:avLst/>
            <a:gdLst/>
            <a:ahLst/>
            <a:cxnLst/>
            <a:rect l="l" t="t" r="r" b="b"/>
            <a:pathLst>
              <a:path w="10692130" h="335915">
                <a:moveTo>
                  <a:pt x="10608132" y="0"/>
                </a:moveTo>
                <a:lnTo>
                  <a:pt x="0" y="0"/>
                </a:lnTo>
                <a:lnTo>
                  <a:pt x="0" y="335457"/>
                </a:lnTo>
                <a:lnTo>
                  <a:pt x="10692003" y="335457"/>
                </a:lnTo>
                <a:lnTo>
                  <a:pt x="10692003" y="83832"/>
                </a:lnTo>
                <a:lnTo>
                  <a:pt x="10608132" y="0"/>
                </a:lnTo>
                <a:close/>
              </a:path>
            </a:pathLst>
          </a:custGeom>
          <a:solidFill>
            <a:srgbClr val="84A2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08532" y="7224597"/>
            <a:ext cx="2683510" cy="335915"/>
          </a:xfrm>
          <a:custGeom>
            <a:avLst/>
            <a:gdLst/>
            <a:ahLst/>
            <a:cxnLst/>
            <a:rect l="l" t="t" r="r" b="b"/>
            <a:pathLst>
              <a:path w="2683509" h="335915">
                <a:moveTo>
                  <a:pt x="2599601" y="0"/>
                </a:moveTo>
                <a:lnTo>
                  <a:pt x="0" y="0"/>
                </a:lnTo>
                <a:lnTo>
                  <a:pt x="0" y="335457"/>
                </a:lnTo>
                <a:lnTo>
                  <a:pt x="2683471" y="335457"/>
                </a:lnTo>
                <a:lnTo>
                  <a:pt x="2683471" y="83819"/>
                </a:lnTo>
                <a:lnTo>
                  <a:pt x="2599601" y="0"/>
                </a:lnTo>
                <a:close/>
              </a:path>
            </a:pathLst>
          </a:custGeom>
          <a:solidFill>
            <a:srgbClr val="3E70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05177" y="7287076"/>
            <a:ext cx="744855" cy="210820"/>
          </a:xfrm>
          <a:custGeom>
            <a:avLst/>
            <a:gdLst/>
            <a:ahLst/>
            <a:cxnLst/>
            <a:rect l="l" t="t" r="r" b="b"/>
            <a:pathLst>
              <a:path w="744854" h="210820">
                <a:moveTo>
                  <a:pt x="106108" y="0"/>
                </a:moveTo>
                <a:lnTo>
                  <a:pt x="61748" y="8743"/>
                </a:lnTo>
                <a:lnTo>
                  <a:pt x="28360" y="32313"/>
                </a:lnTo>
                <a:lnTo>
                  <a:pt x="7319" y="66720"/>
                </a:lnTo>
                <a:lnTo>
                  <a:pt x="0" y="107975"/>
                </a:lnTo>
                <a:lnTo>
                  <a:pt x="9467" y="152719"/>
                </a:lnTo>
                <a:lnTo>
                  <a:pt x="34304" y="184762"/>
                </a:lnTo>
                <a:lnTo>
                  <a:pt x="69164" y="204037"/>
                </a:lnTo>
                <a:lnTo>
                  <a:pt x="108699" y="210477"/>
                </a:lnTo>
                <a:lnTo>
                  <a:pt x="126638" y="209091"/>
                </a:lnTo>
                <a:lnTo>
                  <a:pt x="146923" y="205439"/>
                </a:lnTo>
                <a:lnTo>
                  <a:pt x="158673" y="202412"/>
                </a:lnTo>
                <a:lnTo>
                  <a:pt x="116014" y="202412"/>
                </a:lnTo>
                <a:lnTo>
                  <a:pt x="80021" y="195898"/>
                </a:lnTo>
                <a:lnTo>
                  <a:pt x="51504" y="177172"/>
                </a:lnTo>
                <a:lnTo>
                  <a:pt x="32732" y="147457"/>
                </a:lnTo>
                <a:lnTo>
                  <a:pt x="25971" y="107975"/>
                </a:lnTo>
                <a:lnTo>
                  <a:pt x="31158" y="72982"/>
                </a:lnTo>
                <a:lnTo>
                  <a:pt x="46877" y="41319"/>
                </a:lnTo>
                <a:lnTo>
                  <a:pt x="73361" y="18371"/>
                </a:lnTo>
                <a:lnTo>
                  <a:pt x="110845" y="9525"/>
                </a:lnTo>
                <a:lnTo>
                  <a:pt x="156030" y="9525"/>
                </a:lnTo>
                <a:lnTo>
                  <a:pt x="146753" y="5681"/>
                </a:lnTo>
                <a:lnTo>
                  <a:pt x="127283" y="1363"/>
                </a:lnTo>
                <a:lnTo>
                  <a:pt x="106108" y="0"/>
                </a:lnTo>
                <a:close/>
              </a:path>
              <a:path w="744854" h="210820">
                <a:moveTo>
                  <a:pt x="184099" y="118618"/>
                </a:moveTo>
                <a:lnTo>
                  <a:pt x="160654" y="118618"/>
                </a:lnTo>
                <a:lnTo>
                  <a:pt x="160654" y="189611"/>
                </a:lnTo>
                <a:lnTo>
                  <a:pt x="149470" y="194552"/>
                </a:lnTo>
                <a:lnTo>
                  <a:pt x="138063" y="198626"/>
                </a:lnTo>
                <a:lnTo>
                  <a:pt x="126791" y="201392"/>
                </a:lnTo>
                <a:lnTo>
                  <a:pt x="116014" y="202412"/>
                </a:lnTo>
                <a:lnTo>
                  <a:pt x="158673" y="202412"/>
                </a:lnTo>
                <a:lnTo>
                  <a:pt x="166945" y="200281"/>
                </a:lnTo>
                <a:lnTo>
                  <a:pt x="184099" y="194373"/>
                </a:lnTo>
                <a:lnTo>
                  <a:pt x="184099" y="118618"/>
                </a:lnTo>
                <a:close/>
              </a:path>
              <a:path w="744854" h="210820">
                <a:moveTo>
                  <a:pt x="156030" y="9525"/>
                </a:moveTo>
                <a:lnTo>
                  <a:pt x="110845" y="9525"/>
                </a:lnTo>
                <a:lnTo>
                  <a:pt x="128671" y="10785"/>
                </a:lnTo>
                <a:lnTo>
                  <a:pt x="145345" y="15754"/>
                </a:lnTo>
                <a:lnTo>
                  <a:pt x="160980" y="26209"/>
                </a:lnTo>
                <a:lnTo>
                  <a:pt x="175691" y="43929"/>
                </a:lnTo>
                <a:lnTo>
                  <a:pt x="183006" y="24536"/>
                </a:lnTo>
                <a:lnTo>
                  <a:pt x="165124" y="13292"/>
                </a:lnTo>
                <a:lnTo>
                  <a:pt x="156030" y="9525"/>
                </a:lnTo>
                <a:close/>
              </a:path>
              <a:path w="744854" h="210820">
                <a:moveTo>
                  <a:pt x="292176" y="40728"/>
                </a:moveTo>
                <a:lnTo>
                  <a:pt x="211264" y="40728"/>
                </a:lnTo>
                <a:lnTo>
                  <a:pt x="211264" y="192138"/>
                </a:lnTo>
                <a:lnTo>
                  <a:pt x="303364" y="192138"/>
                </a:lnTo>
                <a:lnTo>
                  <a:pt x="306890" y="182511"/>
                </a:lnTo>
                <a:lnTo>
                  <a:pt x="231698" y="182511"/>
                </a:lnTo>
                <a:lnTo>
                  <a:pt x="231698" y="120484"/>
                </a:lnTo>
                <a:lnTo>
                  <a:pt x="247003" y="120331"/>
                </a:lnTo>
                <a:lnTo>
                  <a:pt x="285650" y="120331"/>
                </a:lnTo>
                <a:lnTo>
                  <a:pt x="285884" y="112763"/>
                </a:lnTo>
                <a:lnTo>
                  <a:pt x="232041" y="112763"/>
                </a:lnTo>
                <a:lnTo>
                  <a:pt x="232041" y="50749"/>
                </a:lnTo>
                <a:lnTo>
                  <a:pt x="296195" y="50749"/>
                </a:lnTo>
                <a:lnTo>
                  <a:pt x="292176" y="40728"/>
                </a:lnTo>
                <a:close/>
              </a:path>
              <a:path w="744854" h="210820">
                <a:moveTo>
                  <a:pt x="307606" y="180555"/>
                </a:moveTo>
                <a:lnTo>
                  <a:pt x="291663" y="181686"/>
                </a:lnTo>
                <a:lnTo>
                  <a:pt x="268614" y="182267"/>
                </a:lnTo>
                <a:lnTo>
                  <a:pt x="231698" y="182511"/>
                </a:lnTo>
                <a:lnTo>
                  <a:pt x="306890" y="182511"/>
                </a:lnTo>
                <a:lnTo>
                  <a:pt x="307606" y="180555"/>
                </a:lnTo>
                <a:close/>
              </a:path>
              <a:path w="744854" h="210820">
                <a:moveTo>
                  <a:pt x="285650" y="120331"/>
                </a:moveTo>
                <a:lnTo>
                  <a:pt x="247003" y="120331"/>
                </a:lnTo>
                <a:lnTo>
                  <a:pt x="261116" y="120473"/>
                </a:lnTo>
                <a:lnTo>
                  <a:pt x="273998" y="120904"/>
                </a:lnTo>
                <a:lnTo>
                  <a:pt x="285610" y="121615"/>
                </a:lnTo>
                <a:lnTo>
                  <a:pt x="285650" y="120331"/>
                </a:lnTo>
                <a:close/>
              </a:path>
              <a:path w="744854" h="210820">
                <a:moveTo>
                  <a:pt x="285991" y="109321"/>
                </a:moveTo>
                <a:lnTo>
                  <a:pt x="272434" y="110391"/>
                </a:lnTo>
                <a:lnTo>
                  <a:pt x="242391" y="111679"/>
                </a:lnTo>
                <a:lnTo>
                  <a:pt x="232041" y="112763"/>
                </a:lnTo>
                <a:lnTo>
                  <a:pt x="285884" y="112763"/>
                </a:lnTo>
                <a:lnTo>
                  <a:pt x="285991" y="109321"/>
                </a:lnTo>
                <a:close/>
              </a:path>
              <a:path w="744854" h="210820">
                <a:moveTo>
                  <a:pt x="296195" y="50749"/>
                </a:moveTo>
                <a:lnTo>
                  <a:pt x="257898" y="50749"/>
                </a:lnTo>
                <a:lnTo>
                  <a:pt x="268747" y="50826"/>
                </a:lnTo>
                <a:lnTo>
                  <a:pt x="279374" y="51084"/>
                </a:lnTo>
                <a:lnTo>
                  <a:pt x="288992" y="51558"/>
                </a:lnTo>
                <a:lnTo>
                  <a:pt x="296811" y="52285"/>
                </a:lnTo>
                <a:lnTo>
                  <a:pt x="296195" y="50749"/>
                </a:lnTo>
                <a:close/>
              </a:path>
              <a:path w="744854" h="210820">
                <a:moveTo>
                  <a:pt x="355297" y="66903"/>
                </a:moveTo>
                <a:lnTo>
                  <a:pt x="332485" y="66903"/>
                </a:lnTo>
                <a:lnTo>
                  <a:pt x="418245" y="165892"/>
                </a:lnTo>
                <a:lnTo>
                  <a:pt x="434602" y="184012"/>
                </a:lnTo>
                <a:lnTo>
                  <a:pt x="447674" y="197548"/>
                </a:lnTo>
                <a:lnTo>
                  <a:pt x="447082" y="165892"/>
                </a:lnTo>
                <a:lnTo>
                  <a:pt x="446962" y="157835"/>
                </a:lnTo>
                <a:lnTo>
                  <a:pt x="436511" y="157835"/>
                </a:lnTo>
                <a:lnTo>
                  <a:pt x="355297" y="66903"/>
                </a:lnTo>
                <a:close/>
              </a:path>
              <a:path w="744854" h="210820">
                <a:moveTo>
                  <a:pt x="332485" y="40728"/>
                </a:moveTo>
                <a:lnTo>
                  <a:pt x="319760" y="40728"/>
                </a:lnTo>
                <a:lnTo>
                  <a:pt x="321297" y="54203"/>
                </a:lnTo>
                <a:lnTo>
                  <a:pt x="321424" y="135044"/>
                </a:lnTo>
                <a:lnTo>
                  <a:pt x="321297" y="192138"/>
                </a:lnTo>
                <a:lnTo>
                  <a:pt x="332485" y="192138"/>
                </a:lnTo>
                <a:lnTo>
                  <a:pt x="332485" y="66903"/>
                </a:lnTo>
                <a:lnTo>
                  <a:pt x="355297" y="66903"/>
                </a:lnTo>
                <a:lnTo>
                  <a:pt x="350943" y="62005"/>
                </a:lnTo>
                <a:lnTo>
                  <a:pt x="332485" y="40728"/>
                </a:lnTo>
                <a:close/>
              </a:path>
              <a:path w="744854" h="210820">
                <a:moveTo>
                  <a:pt x="447281" y="40728"/>
                </a:moveTo>
                <a:lnTo>
                  <a:pt x="436117" y="40728"/>
                </a:lnTo>
                <a:lnTo>
                  <a:pt x="436319" y="62005"/>
                </a:lnTo>
                <a:lnTo>
                  <a:pt x="436389" y="77367"/>
                </a:lnTo>
                <a:lnTo>
                  <a:pt x="436511" y="157835"/>
                </a:lnTo>
                <a:lnTo>
                  <a:pt x="446962" y="157835"/>
                </a:lnTo>
                <a:lnTo>
                  <a:pt x="447072" y="87284"/>
                </a:lnTo>
                <a:lnTo>
                  <a:pt x="447281" y="40728"/>
                </a:lnTo>
                <a:close/>
              </a:path>
              <a:path w="744854" h="210820">
                <a:moveTo>
                  <a:pt x="677062" y="38798"/>
                </a:moveTo>
                <a:lnTo>
                  <a:pt x="672795" y="38798"/>
                </a:lnTo>
                <a:lnTo>
                  <a:pt x="605408" y="192138"/>
                </a:lnTo>
                <a:lnTo>
                  <a:pt x="616165" y="192138"/>
                </a:lnTo>
                <a:lnTo>
                  <a:pt x="638924" y="140525"/>
                </a:lnTo>
                <a:lnTo>
                  <a:pt x="721170" y="140525"/>
                </a:lnTo>
                <a:lnTo>
                  <a:pt x="716679" y="130505"/>
                </a:lnTo>
                <a:lnTo>
                  <a:pt x="643153" y="130505"/>
                </a:lnTo>
                <a:lnTo>
                  <a:pt x="669010" y="69977"/>
                </a:lnTo>
                <a:lnTo>
                  <a:pt x="689987" y="69977"/>
                </a:lnTo>
                <a:lnTo>
                  <a:pt x="683615" y="55372"/>
                </a:lnTo>
                <a:lnTo>
                  <a:pt x="681278" y="49593"/>
                </a:lnTo>
                <a:lnTo>
                  <a:pt x="677062" y="38798"/>
                </a:lnTo>
                <a:close/>
              </a:path>
              <a:path w="744854" h="210820">
                <a:moveTo>
                  <a:pt x="721170" y="140525"/>
                </a:moveTo>
                <a:lnTo>
                  <a:pt x="699046" y="140525"/>
                </a:lnTo>
                <a:lnTo>
                  <a:pt x="704644" y="153779"/>
                </a:lnTo>
                <a:lnTo>
                  <a:pt x="710236" y="167189"/>
                </a:lnTo>
                <a:lnTo>
                  <a:pt x="715535" y="180169"/>
                </a:lnTo>
                <a:lnTo>
                  <a:pt x="720255" y="192138"/>
                </a:lnTo>
                <a:lnTo>
                  <a:pt x="744512" y="192138"/>
                </a:lnTo>
                <a:lnTo>
                  <a:pt x="733302" y="167516"/>
                </a:lnTo>
                <a:lnTo>
                  <a:pt x="721170" y="140525"/>
                </a:lnTo>
                <a:close/>
              </a:path>
              <a:path w="744854" h="210820">
                <a:moveTo>
                  <a:pt x="689987" y="69977"/>
                </a:moveTo>
                <a:lnTo>
                  <a:pt x="669010" y="69977"/>
                </a:lnTo>
                <a:lnTo>
                  <a:pt x="679569" y="94611"/>
                </a:lnTo>
                <a:lnTo>
                  <a:pt x="687078" y="112217"/>
                </a:lnTo>
                <a:lnTo>
                  <a:pt x="694804" y="130505"/>
                </a:lnTo>
                <a:lnTo>
                  <a:pt x="716679" y="130505"/>
                </a:lnTo>
                <a:lnTo>
                  <a:pt x="700219" y="93431"/>
                </a:lnTo>
                <a:lnTo>
                  <a:pt x="689987" y="69977"/>
                </a:lnTo>
                <a:close/>
              </a:path>
              <a:path w="744854" h="210820">
                <a:moveTo>
                  <a:pt x="504064" y="66903"/>
                </a:moveTo>
                <a:lnTo>
                  <a:pt x="481228" y="66903"/>
                </a:lnTo>
                <a:lnTo>
                  <a:pt x="567043" y="165892"/>
                </a:lnTo>
                <a:lnTo>
                  <a:pt x="583407" y="184012"/>
                </a:lnTo>
                <a:lnTo>
                  <a:pt x="596480" y="197548"/>
                </a:lnTo>
                <a:lnTo>
                  <a:pt x="595887" y="165892"/>
                </a:lnTo>
                <a:lnTo>
                  <a:pt x="595766" y="157835"/>
                </a:lnTo>
                <a:lnTo>
                  <a:pt x="585317" y="157835"/>
                </a:lnTo>
                <a:lnTo>
                  <a:pt x="504064" y="66903"/>
                </a:lnTo>
                <a:close/>
              </a:path>
              <a:path w="744854" h="210820">
                <a:moveTo>
                  <a:pt x="481228" y="40728"/>
                </a:moveTo>
                <a:lnTo>
                  <a:pt x="468528" y="40728"/>
                </a:lnTo>
                <a:lnTo>
                  <a:pt x="470103" y="54203"/>
                </a:lnTo>
                <a:lnTo>
                  <a:pt x="470229" y="135044"/>
                </a:lnTo>
                <a:lnTo>
                  <a:pt x="470103" y="192138"/>
                </a:lnTo>
                <a:lnTo>
                  <a:pt x="481228" y="192138"/>
                </a:lnTo>
                <a:lnTo>
                  <a:pt x="481228" y="66903"/>
                </a:lnTo>
                <a:lnTo>
                  <a:pt x="504064" y="66903"/>
                </a:lnTo>
                <a:lnTo>
                  <a:pt x="499708" y="62005"/>
                </a:lnTo>
                <a:lnTo>
                  <a:pt x="481228" y="40728"/>
                </a:lnTo>
                <a:close/>
              </a:path>
              <a:path w="744854" h="210820">
                <a:moveTo>
                  <a:pt x="596074" y="40728"/>
                </a:moveTo>
                <a:lnTo>
                  <a:pt x="584923" y="40728"/>
                </a:lnTo>
                <a:lnTo>
                  <a:pt x="585124" y="62005"/>
                </a:lnTo>
                <a:lnTo>
                  <a:pt x="585195" y="77367"/>
                </a:lnTo>
                <a:lnTo>
                  <a:pt x="585317" y="157835"/>
                </a:lnTo>
                <a:lnTo>
                  <a:pt x="595766" y="157835"/>
                </a:lnTo>
                <a:lnTo>
                  <a:pt x="595868" y="87284"/>
                </a:lnTo>
                <a:lnTo>
                  <a:pt x="596074" y="407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93437" y="7325673"/>
            <a:ext cx="501931" cy="157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441902" y="7287080"/>
            <a:ext cx="19685" cy="65405"/>
          </a:xfrm>
          <a:custGeom>
            <a:avLst/>
            <a:gdLst/>
            <a:ahLst/>
            <a:cxnLst/>
            <a:rect l="l" t="t" r="r" b="b"/>
            <a:pathLst>
              <a:path w="19684" h="65404">
                <a:moveTo>
                  <a:pt x="19240" y="0"/>
                </a:moveTo>
                <a:lnTo>
                  <a:pt x="0" y="0"/>
                </a:lnTo>
                <a:lnTo>
                  <a:pt x="393" y="65112"/>
                </a:lnTo>
                <a:lnTo>
                  <a:pt x="18897" y="65112"/>
                </a:lnTo>
                <a:lnTo>
                  <a:pt x="19240" y="0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818" y="3552825"/>
            <a:ext cx="1878514" cy="1056664"/>
          </a:xfrm>
          <a:prstGeom prst="rect">
            <a:avLst/>
          </a:prstGeom>
        </p:spPr>
      </p:pic>
      <p:sp>
        <p:nvSpPr>
          <p:cNvPr id="8" name="Подзаголовок 21"/>
          <p:cNvSpPr txBox="1">
            <a:spLocks/>
          </p:cNvSpPr>
          <p:nvPr/>
        </p:nvSpPr>
        <p:spPr>
          <a:xfrm>
            <a:off x="1568777" y="978411"/>
            <a:ext cx="7362825" cy="18478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Tahoma" pitchFamily="34" charset="0"/>
                <a:cs typeface="Tahoma" pitchFamily="34" charset="0"/>
              </a:rPr>
              <a:t>Biznes</a:t>
            </a:r>
            <a:r>
              <a:rPr 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Tahoma" pitchFamily="34" charset="0"/>
                <a:cs typeface="Tahoma" pitchFamily="34" charset="0"/>
              </a:rPr>
              <a:t> Media v</a:t>
            </a:r>
            <a:r>
              <a:rPr lang="az-Latn-AZ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Tahoma" pitchFamily="34" charset="0"/>
                <a:cs typeface="Tahoma" pitchFamily="34" charset="0"/>
              </a:rPr>
              <a:t>ə Sfera.az saytlarının </a:t>
            </a:r>
          </a:p>
          <a:p>
            <a:r>
              <a:rPr lang="az-Latn-AZ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Tahoma" pitchFamily="34" charset="0"/>
                <a:cs typeface="Tahoma" pitchFamily="34" charset="0"/>
              </a:rPr>
              <a:t>Click  REPORT -u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4699D6-E3CD-4837-8E20-09E54756D9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7344" y="3391750"/>
            <a:ext cx="2408869" cy="137881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127AAD-DCF5-427B-BC34-0FC996A45E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150" y="3074475"/>
            <a:ext cx="2382904" cy="177801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751F51C-64CD-472D-9A3B-DC10238391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8532" y="3246059"/>
            <a:ext cx="2562225" cy="143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84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C5CF9E-9CD2-4CC6-BF2A-2B2FEB6754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1647825"/>
            <a:ext cx="9601200" cy="56525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B11558-D6EF-40A3-BB6F-ADA47F5B8A51}"/>
              </a:ext>
            </a:extLst>
          </p:cNvPr>
          <p:cNvSpPr txBox="1"/>
          <p:nvPr/>
        </p:nvSpPr>
        <p:spPr>
          <a:xfrm>
            <a:off x="2451100" y="657225"/>
            <a:ext cx="655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800" dirty="0"/>
              <a:t>Land Rover  -  sfera.az  -  08.02.2021</a:t>
            </a:r>
            <a:endParaRPr lang="en-AI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47FE7-82BA-4870-B6B9-AE34E8C92EDA}"/>
              </a:ext>
            </a:extLst>
          </p:cNvPr>
          <p:cNvSpPr txBox="1"/>
          <p:nvPr/>
        </p:nvSpPr>
        <p:spPr>
          <a:xfrm>
            <a:off x="622300" y="1242297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000" dirty="0"/>
              <a:t>Click sayı - 962</a:t>
            </a:r>
            <a:endParaRPr lang="en-AI" sz="2000" dirty="0"/>
          </a:p>
        </p:txBody>
      </p:sp>
    </p:spTree>
    <p:extLst>
      <p:ext uri="{BB962C8B-B14F-4D97-AF65-F5344CB8AC3E}">
        <p14:creationId xmlns:p14="http://schemas.microsoft.com/office/powerpoint/2010/main" val="2639510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EDC3D3-5F04-4893-9D60-1DCADFF61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700" y="1613528"/>
            <a:ext cx="9906000" cy="5673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C4E4E7-384A-4C1B-BD35-4A31D5E8E3F3}"/>
              </a:ext>
            </a:extLst>
          </p:cNvPr>
          <p:cNvSpPr txBox="1"/>
          <p:nvPr/>
        </p:nvSpPr>
        <p:spPr>
          <a:xfrm>
            <a:off x="2070100" y="276225"/>
            <a:ext cx="655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800" dirty="0"/>
              <a:t>Land Rover  -  biznesmedia-  05.02.2021</a:t>
            </a:r>
            <a:endParaRPr lang="en-AI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B6C7C1-768D-4335-8DAD-C1A7F98EE68C}"/>
              </a:ext>
            </a:extLst>
          </p:cNvPr>
          <p:cNvSpPr txBox="1"/>
          <p:nvPr/>
        </p:nvSpPr>
        <p:spPr>
          <a:xfrm>
            <a:off x="401637" y="115318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000" dirty="0"/>
              <a:t>Click sayı - 35</a:t>
            </a:r>
            <a:endParaRPr lang="en-AI" sz="2000" dirty="0"/>
          </a:p>
        </p:txBody>
      </p:sp>
    </p:spTree>
    <p:extLst>
      <p:ext uri="{BB962C8B-B14F-4D97-AF65-F5344CB8AC3E}">
        <p14:creationId xmlns:p14="http://schemas.microsoft.com/office/powerpoint/2010/main" val="322347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3C3CF6-FA99-4F5D-A985-99C1A5F79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1602225"/>
            <a:ext cx="10147300" cy="55079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6F5A6A-EB0A-44A4-B9F8-68DDA2DDFFFA}"/>
              </a:ext>
            </a:extLst>
          </p:cNvPr>
          <p:cNvSpPr txBox="1"/>
          <p:nvPr/>
        </p:nvSpPr>
        <p:spPr>
          <a:xfrm>
            <a:off x="2755900" y="581025"/>
            <a:ext cx="655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800" dirty="0"/>
              <a:t>Dodge-  biznesmedia-  11.03.2021</a:t>
            </a:r>
            <a:endParaRPr lang="en-AI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AB0E2-0E93-4708-9250-FDE96E4EA599}"/>
              </a:ext>
            </a:extLst>
          </p:cNvPr>
          <p:cNvSpPr txBox="1"/>
          <p:nvPr/>
        </p:nvSpPr>
        <p:spPr>
          <a:xfrm>
            <a:off x="401637" y="115318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000" dirty="0"/>
              <a:t>Click sayı - 3</a:t>
            </a:r>
            <a:endParaRPr lang="en-AI" sz="2000" dirty="0"/>
          </a:p>
        </p:txBody>
      </p:sp>
    </p:spTree>
    <p:extLst>
      <p:ext uri="{BB962C8B-B14F-4D97-AF65-F5344CB8AC3E}">
        <p14:creationId xmlns:p14="http://schemas.microsoft.com/office/powerpoint/2010/main" val="1763474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B97339-C88A-4790-8FA4-4098A3D2E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50" y="1647825"/>
            <a:ext cx="9690100" cy="56886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6179D0-DB75-483C-82C8-D8A50645E239}"/>
              </a:ext>
            </a:extLst>
          </p:cNvPr>
          <p:cNvSpPr txBox="1"/>
          <p:nvPr/>
        </p:nvSpPr>
        <p:spPr>
          <a:xfrm>
            <a:off x="2755900" y="581025"/>
            <a:ext cx="655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800" dirty="0"/>
              <a:t>Aston Martin -  sfera.az-  08.02.2021</a:t>
            </a:r>
            <a:endParaRPr lang="en-AI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5B8B3B-1D60-4700-ADAE-DD0776B20809}"/>
              </a:ext>
            </a:extLst>
          </p:cNvPr>
          <p:cNvSpPr txBox="1"/>
          <p:nvPr/>
        </p:nvSpPr>
        <p:spPr>
          <a:xfrm>
            <a:off x="401637" y="115318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000" dirty="0"/>
              <a:t>Click sayı - 4</a:t>
            </a:r>
            <a:endParaRPr lang="en-AI" sz="2000" dirty="0"/>
          </a:p>
        </p:txBody>
      </p:sp>
    </p:spTree>
    <p:extLst>
      <p:ext uri="{BB962C8B-B14F-4D97-AF65-F5344CB8AC3E}">
        <p14:creationId xmlns:p14="http://schemas.microsoft.com/office/powerpoint/2010/main" val="3105670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82A350-F2E0-4A07-AD95-4FF5264C7E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" y="1647825"/>
            <a:ext cx="9766300" cy="57224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C3F7894-CFF8-4DE8-BD9D-50A64CD4D3C7}"/>
              </a:ext>
            </a:extLst>
          </p:cNvPr>
          <p:cNvSpPr txBox="1"/>
          <p:nvPr/>
        </p:nvSpPr>
        <p:spPr>
          <a:xfrm>
            <a:off x="2755900" y="581025"/>
            <a:ext cx="655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800" dirty="0"/>
              <a:t>Jaguar - sfera.az-  18.02.2021</a:t>
            </a:r>
            <a:endParaRPr lang="en-AI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64D04-244C-4317-BB3A-5EEDA01D9CF3}"/>
              </a:ext>
            </a:extLst>
          </p:cNvPr>
          <p:cNvSpPr txBox="1"/>
          <p:nvPr/>
        </p:nvSpPr>
        <p:spPr>
          <a:xfrm>
            <a:off x="401637" y="115318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z-Latn-AZ" sz="2000" dirty="0"/>
              <a:t>Click sayı - 1010</a:t>
            </a:r>
            <a:endParaRPr lang="en-AI" sz="2000" dirty="0"/>
          </a:p>
        </p:txBody>
      </p:sp>
    </p:spTree>
    <p:extLst>
      <p:ext uri="{BB962C8B-B14F-4D97-AF65-F5344CB8AC3E}">
        <p14:creationId xmlns:p14="http://schemas.microsoft.com/office/powerpoint/2010/main" val="4242429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21"/>
          <p:cNvSpPr txBox="1">
            <a:spLocks/>
          </p:cNvSpPr>
          <p:nvPr/>
        </p:nvSpPr>
        <p:spPr>
          <a:xfrm>
            <a:off x="3289300" y="2105025"/>
            <a:ext cx="4267200" cy="190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</a:t>
            </a:r>
            <a:r>
              <a:rPr lang="az-Latn-AZ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ƏŞƏKKÜR EDİRİK</a:t>
            </a:r>
            <a:r>
              <a:rPr lang="az-Latn-AZ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Tahoma" pitchFamily="34" charset="0"/>
                <a:cs typeface="Tahoma" pitchFamily="34" charset="0"/>
              </a:rPr>
              <a:t>!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188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895</TotalTime>
  <Words>65</Words>
  <Application>Microsoft Office PowerPoint</Application>
  <PresentationFormat>Custom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STP komikasiya_sunum</dc:title>
  <dc:creator>Jamil Mirgavvam</dc:creator>
  <cp:lastModifiedBy>code</cp:lastModifiedBy>
  <cp:revision>61</cp:revision>
  <dcterms:created xsi:type="dcterms:W3CDTF">2019-08-02T05:47:41Z</dcterms:created>
  <dcterms:modified xsi:type="dcterms:W3CDTF">2021-03-16T09:14:13Z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2019-02-21T00:00:00Z</vt:filetime>
  </property>
  <property fmtid="{D5CDD505-2E9C-101B-9397-08002B2CF9AE}" pid="3" name="Creator">
    <vt:lpwstr>Adobe Illustrator CC 22.1 (Macintosh)</vt:lpwstr>
  </property>
  <property fmtid="{D5CDD505-2E9C-101B-9397-08002B2CF9AE}" pid="4" name="LastSaved">
    <vt:filetime>2019-08-02T00:00:00Z</vt:filetime>
  </property>
</Properties>
</file>